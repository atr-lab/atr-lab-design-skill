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1.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Mean seconds per task</c:v>
                </c:pt>
              </c:strCache>
            </c:strRef>
          </c:tx>
          <c:spPr>
            <a:solidFill>
              <a:srgbClr val="003976"/>
            </a:solidFill>
            <a:effectLst/>
          </c:spPr>
          <c:invertIfNegative val="0"/>
          <c:dLbls>
            <c:numFmt formatCode="0 &quot;s&quot;" sourceLinked="0"/>
            <c:txPr>
              <a:bodyPr/>
              <a:lstStyle/>
              <a:p>
                <a:pPr>
                  <a:defRPr b="0" i="0" strike="noStrike" sz="1400" u="none">
                    <a:solidFill>
                      <a:srgbClr val="1B2533"/>
                    </a:solidFill>
                    <a:latin typeface="Source Sans 3"/>
                  </a:defRPr>
                </a:pPr>
              </a:p>
            </c:txPr>
            <c:showLegendKey val="0"/>
            <c:showVal val="1"/>
            <c:showCatName val="0"/>
            <c:showSerName val="0"/>
            <c:showPercent val="0"/>
            <c:showBubbleSize val="0"/>
            <c:showLeaderLines val="0"/>
          </c:dLbls>
          <c:dPt>
            <c:idx val="0"/>
            <c:invertIfNegative val="0"/>
            <c:bubble3D val="0"/>
            <c:spPr>
              <a:solidFill>
                <a:srgbClr val="003976"/>
              </a:solidFill>
              <a:effectLst/>
            </c:spPr>
          </c:dPt>
          <c:dPt>
            <c:idx val="1"/>
            <c:invertIfNegative val="0"/>
            <c:bubble3D val="0"/>
            <c:spPr>
              <a:solidFill>
                <a:srgbClr val="003976"/>
              </a:solidFill>
              <a:effectLst/>
            </c:spPr>
          </c:dPt>
          <c:dPt>
            <c:idx val="2"/>
            <c:invertIfNegative val="0"/>
            <c:bubble3D val="0"/>
            <c:spPr>
              <a:solidFill>
                <a:srgbClr val="003976"/>
              </a:solidFill>
              <a:effectLst/>
            </c:spPr>
          </c:dPt>
          <c:dPt>
            <c:idx val="3"/>
            <c:invertIfNegative val="0"/>
            <c:bubble3D val="0"/>
            <c:spPr>
              <a:solidFill>
                <a:srgbClr val="EFAB00"/>
              </a:solidFill>
              <a:effectLst/>
            </c:spPr>
          </c:dPt>
          <c:cat>
            <c:multiLvlStrRef>
              <c:f>Sheet1!$A$2:$A$5</c:f>
              <c:multiLvlStrCache>
                <c:ptCount val="4"/>
                <c:lvl>
                  <c:pt idx="0">
                    <c:v>Keyboard and mouse</c:v>
                  </c:pt>
                  <c:pt idx="1">
                    <c:v>Gamepad</c:v>
                  </c:pt>
                  <c:pt idx="2">
                    <c:v>VR controllers</c:v>
                  </c:pt>
                  <c:pt idx="3">
                    <c:v>Gesture control</c:v>
                  </c:pt>
                </c:lvl>
              </c:multiLvlStrCache>
            </c:multiLvlStrRef>
          </c:cat>
          <c:val>
            <c:numRef>
              <c:f>Sheet1!$B$2:$B$5</c:f>
              <c:numCache>
                <c:formatCode>General</c:formatCode>
                <c:ptCount val="4"/>
                <c:pt idx="0">
                  <c:v>84</c:v>
                </c:pt>
                <c:pt idx="1">
                  <c:v>71</c:v>
                </c:pt>
                <c:pt idx="2">
                  <c:v>52</c:v>
                </c:pt>
                <c:pt idx="3">
                  <c:v>47</c:v>
                </c:pt>
              </c:numCache>
            </c:numRef>
          </c:val>
        </c:ser>
        <c:dLbls>
          <c:numFmt formatCode="0 &quot;s&quot;" sourceLinked="0"/>
          <c:txPr>
            <a:bodyPr/>
            <a:lstStyle/>
            <a:p>
              <a:pPr>
                <a:defRPr b="0" i="0" strike="noStrike" sz="1400" u="none">
                  <a:solidFill>
                    <a:srgbClr val="1B2533"/>
                  </a:solidFill>
                  <a:latin typeface="Source Sans 3"/>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600" b="0" i="0" u="none" strike="noStrike">
                <a:solidFill>
                  <a:srgbClr val="1B2533"/>
                </a:solidFill>
                <a:latin typeface="Source Sans 3"/>
              </a:defRPr>
            </a:pPr>
            <a:endParaRPr lang="en-US"/>
          </a:p>
        </c:txPr>
        <c:crossAx val="2094734552"/>
        <c:crosses val="autoZero"/>
        <c:auto val="1"/>
        <c:lblAlgn val="ctr"/>
        <c:noMultiLvlLbl val="1"/>
      </c:catAx>
      <c:valAx>
        <c:axId val="2094734552"/>
        <c:scaling>
          <c:orientation val="minMax"/>
          <c:max val="100"/>
          <c:min val="0"/>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ATR - Title. Use once, as the first slide. Replace the four bracketed placeholders; the affiliation lines, the two signatures (ATR lockup and the Kent State academic wordmark, equal height, 0.30 in above the band) and the hazard band are fixed on the layout, and every text box ends at least 0.32 in (the lockup clear space) above the logos. Title budget: two lines of about 22 characters at 44 pt (44 in all); 40 pt holds 48, 36 pt holds 52; shorten anything longer. Subtitle: one line of about 50 characters. Dates in AP style (Sept. 23, 2026). Never put text over the band or inside the logo clear space. The constellation at right is brand geometry, not decoration to move. The Kent State wordmark on this layout is a working copy of the old Stacked raster (colors corrected to 003976 and EFAB00, 1.06 in wide); the official file from University Communications and Marketing (kent.edu/brand/logos) must replace it on the layout before public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ATR - Title (Light). The print-friendly cover: white field, navy type, gold/white band on the bottom edge, navy ATR lockup and the color Kent State wordmark. Use it for handouts, lecture decks and anything that will be printed; keep the navy Title for projected talks. Same text rules as the navy title. The color Kent State wordmark is a working copy of the old Stacked raster (colors corrected); replace it on the layout with the official file from University Communications and Marketing (kent.edu/brand/logos) before public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ATR - Agenda. Five numbered station plates at a 0.74 in pitch; the plate numbers are the section numbers reused on every divider and eyebrow. Each row is its own placeholder (Item 1 to Item 5, one line of about 24 characters, centred on its plate): a long title wraps on its own row and shrinks in PowerPoint instead of pushing the other rows off their plates. The Timing placeholders (T+MM, mono bronze) are optional: delete them for untimed talks. The navy panel is a placeholder with 0.26 in insets: keep the lab description (its own words, shortened) with the website as a level-2 (Tab) mono gold line, or type a session card as label (Tab) / value pairs (SESSION, DATE, DURATION, SPEAKER), or delete the panel for a plain agenda.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ATR - Section Divider. Gold field, gold/white hazard band on the top edge, navy station plate with the numeral centred in it. The plate number is the one thing to edit on the plate; it must match the agenda and the eyebrows that follow. Title 44 pt navy (two lines of about 18 characters), subtitle 20 pt ink (two lines) at a fixed 3.32 in (drag it up to about 2.65 in under a one-line title). Text boxes end at 7.05 in; the navy constellation starts at 7.6 in and nothing is clipped by the slide edge. Never white text on gold (2.0:1). No Kent State wordmark on gold: Kent State is named in the footer of every content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ATR - Section Divider (Outline). The alternative divider for talks with four or more sections: the mini table of contents at right replaces the art, so the audience sees where they are. Title 40 pt (two lines of about 16 characters in the 4.4 in box; a longer single word drops to 36 pt). One paragraph per section, typed as the number, a Tab and the title; bold the current section. Navy only on gold. Same plate rule as the primary divider.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ATR - Title + Content. The everyday slide: one-line title (about 38 characters at 32 pt; 39 to 44 characters at 28 pt; longer titles use the Two-line title layout), a 5.5 in bulleted body and a 3.2 in figure slot on mist at right. Body: 18 pt with triangle bullets, 24 pt line spacing, 8 pt after each bullet; six one-line (about 46 characters) or four two-line bullets fill the 3.30 in content zone with 0.30 in clear above the footer rule. Tab makes a 16 pt slate sub-point. Put a figure, plot, photo or icon in the slot (illustrations and icons composed on a mist panel, as here); delete the slot on a text-only slide, which is forgettable anyway.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ATR - Title + Content (Two-line title). The same slide with a two-line title box (1.05 in) and the content top at 1.95 in, for research titles of 39 to 76 characters ("Results: task completion time by interface" is 42 characters and 8.3 in wide at 32 pt, so it wraps). The body loses 0.53 in: five one-line or three two-line bullets. Everything else follows Title +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ATR - Two Content. Two 4.35 in columns for a comparison (baseline vs proposed, before vs after, pros vs cons) or two parallel lists. Each column has a 22 pt navy heading (one line, about 30 characters) and an 18 pt bulleted body: five one-line or three two-line bullets per column. Keep the columns parallel: same number of bullets, same order of ideas. Bracketed numbers are placeholders; replace them with measured values and state 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ATR - Content + Image. Text column (22 pt lead statement, up to three two-line bullets) beside a 5.125 x 2.75 in figure frame. Illustrations and plots sit on the mist graph paper; photos fill the frame edge to edge (the placeholder crops to fill, so export figures at that aspect). Caption in mono: "FIG. NN // ..." in two lines at most. Integrity rule: an AI-generated image is captioned "Concept illustration, not lab hardware" and is replaced by a real lab photo whenever one exists. The bullets end 0.30 in above the footer rule; if the lead statement wraps to two lines, keep three bullets.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ATR - Full-Bleed Image. The photo fills the right half from the top edge to the footer rule (5.0 x 5.02 in, cropped to fill). The left column keeps the plate, a two-line 32 pt title (about 16 characters per line), three bullets and a mono FIG. caption with the credit and date. The eyebrow here is the section NAME only (OUTREACH, IMMERSIVE TELEOPERATION): the 3.4 in column cannot hold the usual "SECTION NN  ·  NAME" form. Use a real lab photo whenever one exists; the concept illustration shown here is a stand-in and is captioned as such. If text must sit on the photo, add a navy scrim at 60 percent behind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ATR - Three Icon Columns. Three mist cards on the 12-column grid (2.80 in each, 0.30 in gutters). Each card: a navy icon from assets/icons/png (never gold on mist, never the ATR mark in an icon row), a 20 pt navy heading (two lines maximum) and up to three lines of 18 pt body without bullets. One icon color per surface. The cards are not numbered: the agenda plates already number the talk, and one numbering device per deck is enough.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ATR - Statement. A navy pause between white slides: one sentence at 40 pt white (three lines of about 30 characters), a gold eyebrow (KEY TAKEAWAY, QUOTE, IN ONE SENTENCE) and an attribution line. Type quotation marks as part of the text when quoting. Use at most one or two per talk; the hazard band on the bottom edge is the same bookend device as the title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ATR - Key Numbers. Three mist panels: a tracked bronze label, a Roboto Slab 52 pt navy numeral (up to seven characters with the unit) and an 18 pt description that says what was measured, against what, and n. The slate brackets around each numeral mark placeholder data: remove them only when the value is real and sourced. No gold here; the header plate is the slide’s one gold accent.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ATR - Chart + Takeaway. One result per slide. The chart is native (editable in PowerPoint): navy bars, one gold bar for the bar the story is about, direct value labels with units, no gridlines, no legend for a single series, categories top to bottom. Every gold bar carries a label because gold on white is only 2.0:1. The mono SOURCE line states the study, n, units and direction. The navy callout holds the headline number in Roboto Slab gold; the mono flag says EXAMPLE FIGURE until the data are real. Multi-series charts: legend at top, value gridlines E6EBF1, categorical order navy, gold, sky, brick, teal, orange, plum, green.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ATR - Table. Native table (editable): navy header row with white bold 16 pt, ink 16 pt body, 0.75 pt D6DEE8 rules under each row and no vertical lines. Never apply the gold Accent-2 table style (white on gold fails contrast). Dates in mono. Milestone status uses shape + label + color so nothing depends on color alone: filled navy triangle = complete, green circle = on track, amber diamond with ! = at risk, red square with x = late, hollow gray triangle = not started. The markers are 0.28 in shapes in the Status column (token fills and outlines from assets/tokens/colors.json), one per 0.48 in row, and the label is typed in the cell with a 0.5 in left inset: to add a row, copy a marker and move it 0.48 in down. If you type the glyph instead, use the dark status text colours (navy, 137738, 915109, A21921, 616F7E), because the marker fills are too light for 16 pt text on white. Six body rows maximum; more rows, more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ATR - Timeline. Five navy station plates on a hairline at y 2.60 in. Above each plate a mono date (ISO 2026-04 or AP Sept. 23, 2026), below it a bold 18 pt navy label and, after a Tab, a 16 pt slate detail line. Fill the stations left to right and leave unused ones empty. For more than five steps, use two slides or the Table layout.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ATR - Team. Four by two grid: 0.95 in square photo placeholders (cropped to fill), a bold 16 pt navy name (paragraph 1) and the role as a LEVEL-2 paragraph (Tab in PowerPoint, paragraph.level = 1 in python-pptx): regular 14 pt slate, about 22 characters. A role left at level 1 is bold 16 pt and "Undergraduate researcher" then wraps into the footer. Real photos and real names only; the mist stand-ins mark empty cells. Leave unused cells empty rather than shrinking the grid. The director is listed as verified on the lab website; confirm titles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ATR - Video. Insert the video into the media placeholder (Insert &gt; Video &gt; This Device, or paste a link) at 16:9; the placeholder is 5.4 x 3.04 in. Set it to start on click and test the audio path before the talk. The mono caption states the title, duration and recording date. The right column lists what to watch for so the audience knows where to look. The poster frame shown here is a concept illustration, not a lab recording; replace it with the real video or its first frame.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ATR - References. One paragraph per reference: "[n]", Tab, then the reference in the venue’s style; 16 pt ink with a hanging indent. Eight entries of two lines fit; more than that, use a second References slide rather than smaller type. Only real, checked citations: the lab’s own publications are listed at atr.cs.kent.edu.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ATR - Acknowledgements. The funding statement (18 pt, two lines of about 70 characters) names each sponsor and grant number exactly as the award letter does. Four logo frames sit on mist panels with a 0.2 in inset; drop the sponsor-supplied logo file into each frame (it is fitted, not stretched) and put the sponsor name (paragraph 1) and grant number (paragraph 2) in the 14 pt caption below: three lines in all, about 22 characters per line ("National Science Foundation" takes two, plus the grant line). Never invent sponsors, grant numbers or collaborators; with fewer sponsors leave the spare panels and captions empty.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ATR - Thank You. Closing bookend: hazard band on the top edge, "Thank you" in Source Sans 3 Black 60, presenter and email, one closing line. The address, the FIND THE LAB grid (atr.cs.kent.edu, atrlab.kent@gmail.com, @atrlab_kent on X, github.com/ATR-Lab) and the signature row are fixed on the layout and verified; the handle printed in the old template footer does not exist and must not come back. Edit the grid on the layout only if the lab’s contacts change. The white Kent State wordmark is a working copy of the old Stacked raster (colors corrected); the official file from University Communications and Marketing (kent.edu/brand/logos) must replace it on the layout before public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ATR - Blank Branded. A white canvas with only the header plate, footer rule, footer text and slide number. Use it for custom diagrams, embedded content or one very large figure. Keep everything inside the live area (x 0.5 to 9.5 in, y 1.42 to 4.72 in), use navy for line work, mist for panels and at most one gold accent. This example text box is ordinary content, not a placeholder.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png"/><Relationship Id="rId3" Type="http://schemas.openxmlformats.org/officeDocument/2006/relationships/image" Target="../media/image-1002-3.png"/><Relationship Id="rId4" Type="http://schemas.openxmlformats.org/officeDocument/2006/relationships/image" Target="../media/ATR---Title-image-4.png"/><Relationship Id="rId5"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png"/><Relationship Id="rId3" Type="http://schemas.openxmlformats.org/officeDocument/2006/relationships/image" Target="../media/image-1003-3.png"/><Relationship Id="rId4" Type="http://schemas.openxmlformats.org/officeDocument/2006/relationships/image" Target="../media/ATR---Title-(Light)-image-4.png"/><Relationship Id="rId5"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image" Target="../media/image-1005-2.png"/><Relationship Id="rId3" Type="http://schemas.openxmlformats.org/officeDocument/2006/relationships/image" Target="../media/ATR---Section-Divider-image-3.png"/><Relationship Id="rId4"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mage-1006-1.png"/><Relationship Id="rId2" Type="http://schemas.openxmlformats.org/officeDocument/2006/relationships/image" Target="../media/image-1006-2.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image" Target="../media/image-1007-1.png"/><Relationship Id="rId2"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image" Target="../media/image-1008-1.png"/><Relationship Id="rId2"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image" Target="../media/image-1009-1.png"/><Relationship Id="rId2"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image" Target="../media/image-1010-1.png"/><Relationship Id="rId2" Type="http://schemas.openxmlformats.org/officeDocument/2006/relationships/image" Target="../media/image-1010-2.pn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image" Target="../media/image-1011-1.png"/><Relationship Id="rId2"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image" Target="../media/image-1012-1.png"/><Relationship Id="rId2"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image" Target="../media/image-1013-1.png"/><Relationship Id="rId2"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image" Target="../media/image-1014-1.png"/><Relationship Id="rId2"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image" Target="../media/image-1015-1.png"/><Relationship Id="rId2"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image" Target="../media/image-1016-1.png"/><Relationship Id="rId2"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image" Target="../media/image-1017-1.png"/><Relationship Id="rId2"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image" Target="../media/image-1018-1.png"/><Relationship Id="rId2"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image" Target="../media/image-1019-1.png"/><Relationship Id="rId2" Type="http://schemas.openxmlformats.org/officeDocument/2006/relationships/image" Target="../media/image-1019-2.png"/><Relationship Id="rId3"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image" Target="../media/image-1020-1.png"/><Relationship Id="rId2"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image" Target="../media/image-1021-1.png"/><Relationship Id="rId2"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image" Target="../media/image-1022-1.png"/><Relationship Id="rId2" Type="http://schemas.openxmlformats.org/officeDocument/2006/relationships/image" Target="../media/image-1022-2.png"/><Relationship Id="rId3" Type="http://schemas.openxmlformats.org/officeDocument/2006/relationships/image" Target="../media/image-1022-3.png"/><Relationship Id="rId4"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image" Target="../media/image-1023-1.png"/><Relationship Id="rId2" Type="http://schemas.openxmlformats.org/officeDocument/2006/relationships/slideMaster" Target="../slideMasters/slideMaster1.xml"/></Relationships>
</file>

<file path=ppt/slideLayouts/slideLayout2.xml><?xml version="1.0" encoding="utf-8"?>
<p:sldLayout xmlns:a="http://schemas.openxmlformats.org/drawingml/2006/main" xmlns:r="http://schemas.openxmlformats.org/officeDocument/2006/relationships" xmlns:p="http://schemas.openxmlformats.org/presentationml/2006/main" preserve="1" type="title">
  <p:cSld name="ATR - Title">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pic>
        <p:nvPicPr>
          <p:cNvPr id="2" name="Image 0" descr="">    </p:cNvPr>
          <p:cNvPicPr>
            <a:picLocks noChangeAspect="1"/>
          </p:cNvPicPr>
          <p:nvPr/>
        </p:nvPicPr>
        <p:blipFill>
          <a:blip r:embed="rId1"/>
          <a:stretch>
            <a:fillRect/>
          </a:stretch>
        </p:blipFill>
        <p:spPr>
          <a:xfrm>
            <a:off x="0" y="4838700"/>
            <a:ext cx="9144000" cy="304800"/>
          </a:xfrm>
          <a:prstGeom prst="rect">
            <a:avLst/>
          </a:prstGeom>
        </p:spPr>
      </p:pic>
      <p:sp>
        <p:nvSpPr>
          <p:cNvPr id="3" name="eyebrow"/>
          <p:cNvSpPr>
            <a:spLocks noGrp="1"/>
          </p:cNvSpPr>
          <p:nvPr>
            <p:ph idx="101" type="body" hasCustomPrompt="1"/>
          </p:nvPr>
        </p:nvSpPr>
        <p:spPr>
          <a:xfrm>
            <a:off x="457200" y="384048"/>
            <a:ext cx="6309360" cy="274320"/>
          </a:xfrm>
          <a:prstGeom prst="rect">
            <a:avLst/>
          </a:prstGeom>
          <a:noFill/>
          <a:ln/>
        </p:spPr>
        <p:txBody>
          <a:bodyPr wrap="square" rtlCol="0" lIns="0" tIns="0" rIns="0" bIns="0" anchor="ctr">
            <a:normAutofit/>
          </a:bodyPr>
          <a:lstStyle>
            <a:lvl1pPr algn="l" indent="0" marL="0">
              <a:lnSpc>
                <a:spcPct val="97000"/>
              </a:lnSpc>
              <a:spcBef>
                <a:spcPts val="0"/>
              </a:spcBef>
              <a:spcAft>
                <a:spcPts val="0"/>
              </a:spcAft>
              <a:buNone/>
              <a:defRPr lang="en-US" sz="1400" b="1" spc="250" kern="0" dirty="0">
                <a:solidFill>
                  <a:srgbClr val="EFAB00"/>
                </a:solidFill>
                <a:latin typeface="Source Sans 3" pitchFamily="34" charset="0"/>
                <a:ea typeface="Source Sans 3" pitchFamily="34" charset="-122"/>
                <a:cs typeface="Source Sans 3" pitchFamily="34" charset="-120"/>
              </a:defRPr>
            </a:lvl1pPr>
          </a:lstStyle>
          <a:p>
            <a:pPr algn="l" indent="0" marL="0">
              <a:lnSpc>
                <a:spcPct val="97000"/>
              </a:lnSpc>
              <a:buNone/>
            </a:pPr>
            <a:r>
              <a:rPr lang="en-US" sz="1400" b="1" spc="250" kern="0" dirty="0">
                <a:solidFill>
                  <a:srgbClr val="EFAB00"/>
                </a:solidFill>
                <a:latin typeface="Source Sans 3" pitchFamily="34" charset="0"/>
                <a:ea typeface="Source Sans 3" pitchFamily="34" charset="-122"/>
                <a:cs typeface="Source Sans 3" pitchFamily="34" charset="-120"/>
              </a:rPr>
              <a:t>[EVENT OR VENUE]  ·  [MONTH D, YYYY]</a:t>
            </a:r>
            <a:endParaRPr lang="en-US" sz="1400" dirty="0"/>
          </a:p>
        </p:txBody>
      </p:sp>
      <p:sp>
        <p:nvSpPr>
          <p:cNvPr id="4" name="title"/>
          <p:cNvSpPr>
            <a:spLocks noGrp="1"/>
          </p:cNvSpPr>
          <p:nvPr>
            <p:ph idx="102" type="title" hasCustomPrompt="1"/>
          </p:nvPr>
        </p:nvSpPr>
        <p:spPr>
          <a:xfrm>
            <a:off x="457200" y="694944"/>
            <a:ext cx="6309360" cy="1243584"/>
          </a:xfrm>
          <a:prstGeom prst="rect">
            <a:avLst/>
          </a:prstGeom>
          <a:noFill/>
          <a:ln/>
        </p:spPr>
        <p:txBody>
          <a:bodyPr wrap="square" rtlCol="0" lIns="0" tIns="0" rIns="0" bIns="0" anchor="t">
            <a:normAutofit/>
          </a:bodyPr>
          <a:lstStyle>
            <a:lvl1pPr algn="l" indent="0" marL="0">
              <a:lnSpc>
                <a:spcPct val="82000"/>
              </a:lnSpc>
              <a:spcBef>
                <a:spcPts val="0"/>
              </a:spcBef>
              <a:spcAft>
                <a:spcPts val="0"/>
              </a:spcAft>
              <a:buNone/>
              <a:defRPr lang="en-US" sz="4400" b="1" dirty="0">
                <a:solidFill>
                  <a:srgbClr val="FFFFFF"/>
                </a:solidFill>
                <a:latin typeface="Source Sans 3" pitchFamily="34" charset="0"/>
                <a:ea typeface="Source Sans 3" pitchFamily="34" charset="-122"/>
                <a:cs typeface="Source Sans 3" pitchFamily="34" charset="-120"/>
              </a:defRPr>
            </a:lvl1pPr>
          </a:lstStyle>
          <a:p>
            <a:pPr algn="l" indent="0" marL="0">
              <a:lnSpc>
                <a:spcPct val="82000"/>
              </a:lnSpc>
              <a:buNone/>
            </a:pPr>
            <a:r>
              <a:rPr lang="en-US" sz="4400" b="1" dirty="0">
                <a:solidFill>
                  <a:srgbClr val="FFFFFF"/>
                </a:solidFill>
                <a:latin typeface="Source Sans 3" pitchFamily="34" charset="0"/>
                <a:ea typeface="Source Sans 3" pitchFamily="34" charset="-122"/>
                <a:cs typeface="Source Sans 3" pitchFamily="34" charset="-120"/>
              </a:rPr>
              <a:t>Talk title, two lines maximum</a:t>
            </a:r>
            <a:endParaRPr lang="en-US" sz="4400" dirty="0"/>
          </a:p>
        </p:txBody>
      </p:sp>
      <p:sp>
        <p:nvSpPr>
          <p:cNvPr id="5" name="subtitle"/>
          <p:cNvSpPr>
            <a:spLocks noGrp="1"/>
          </p:cNvSpPr>
          <p:nvPr>
            <p:ph idx="103" type="body" hasCustomPrompt="1"/>
          </p:nvPr>
        </p:nvSpPr>
        <p:spPr>
          <a:xfrm>
            <a:off x="457200" y="1975104"/>
            <a:ext cx="6309360" cy="384048"/>
          </a:xfrm>
          <a:prstGeom prst="rect">
            <a:avLst/>
          </a:prstGeom>
          <a:noFill/>
          <a:ln/>
        </p:spPr>
        <p:txBody>
          <a:bodyPr wrap="square" rtlCol="0" lIns="0" tIns="0" rIns="0" bIns="0" anchor="t">
            <a:normAutofit/>
          </a:bodyPr>
          <a:lstStyle>
            <a:lvl1pPr algn="l" indent="0" marL="0">
              <a:lnSpc>
                <a:spcPct val="88000"/>
              </a:lnSpc>
              <a:spcBef>
                <a:spcPts val="0"/>
              </a:spcBef>
              <a:spcAft>
                <a:spcPts val="0"/>
              </a:spcAft>
              <a:buNone/>
              <a:defRPr lang="en-US" sz="2400" dirty="0">
                <a:solidFill>
                  <a:srgbClr val="FFFFFF"/>
                </a:solidFill>
                <a:latin typeface="Source Sans 3" pitchFamily="34" charset="0"/>
                <a:ea typeface="Source Sans 3" pitchFamily="34" charset="-122"/>
                <a:cs typeface="Source Sans 3" pitchFamily="34" charset="-120"/>
              </a:defRPr>
            </a:lvl1pPr>
          </a:lstStyle>
          <a:p>
            <a:pPr algn="l" indent="0" marL="0">
              <a:lnSpc>
                <a:spcPct val="88000"/>
              </a:lnSpc>
              <a:buNone/>
            </a:pPr>
            <a:r>
              <a:rPr lang="en-US" sz="2400" dirty="0">
                <a:solidFill>
                  <a:srgbClr val="FFFFFF"/>
                </a:solidFill>
                <a:latin typeface="Source Sans 3" pitchFamily="34" charset="0"/>
                <a:ea typeface="Source Sans 3" pitchFamily="34" charset="-122"/>
                <a:cs typeface="Source Sans 3" pitchFamily="34" charset="-120"/>
              </a:rPr>
              <a:t>Subtitle: one line on the contribution of this talk</a:t>
            </a:r>
            <a:endParaRPr lang="en-US" sz="2400" dirty="0"/>
          </a:p>
        </p:txBody>
      </p:sp>
      <p:sp>
        <p:nvSpPr>
          <p:cNvPr id="6" name="presenter"/>
          <p:cNvSpPr>
            <a:spLocks noGrp="1"/>
          </p:cNvSpPr>
          <p:nvPr>
            <p:ph idx="104" type="body" hasCustomPrompt="1"/>
          </p:nvPr>
        </p:nvSpPr>
        <p:spPr>
          <a:xfrm>
            <a:off x="457200" y="2414016"/>
            <a:ext cx="6309360" cy="347472"/>
          </a:xfrm>
          <a:prstGeom prst="rect">
            <a:avLst/>
          </a:prstGeom>
          <a:noFill/>
          <a:ln/>
        </p:spPr>
        <p:txBody>
          <a:bodyPr wrap="square" rtlCol="0" lIns="0" tIns="0" rIns="0" bIns="0" anchor="t">
            <a:normAutofit/>
          </a:bodyPr>
          <a:lstStyle>
            <a:lvl1pPr algn="l" indent="0" marL="0">
              <a:lnSpc>
                <a:spcPct val="94000"/>
              </a:lnSpc>
              <a:spcBef>
                <a:spcPts val="0"/>
              </a:spcBef>
              <a:spcAft>
                <a:spcPts val="0"/>
              </a:spcAft>
              <a:buNone/>
              <a:defRPr lang="en-US" sz="2000" b="1" dirty="0">
                <a:solidFill>
                  <a:srgbClr val="FFFFFF"/>
                </a:solidFill>
                <a:latin typeface="Source Sans 3" pitchFamily="34" charset="0"/>
                <a:ea typeface="Source Sans 3" pitchFamily="34" charset="-122"/>
                <a:cs typeface="Source Sans 3" pitchFamily="34" charset="-120"/>
              </a:defRPr>
            </a:lvl1pPr>
          </a:lstStyle>
          <a:p>
            <a:pPr algn="l" indent="0" marL="0">
              <a:lnSpc>
                <a:spcPct val="94000"/>
              </a:lnSpc>
              <a:buNone/>
            </a:pPr>
            <a:r>
              <a:rPr lang="en-US" sz="2000" b="1" dirty="0">
                <a:solidFill>
                  <a:srgbClr val="FFFFFF"/>
                </a:solidFill>
                <a:latin typeface="Source Sans 3" pitchFamily="34" charset="0"/>
                <a:ea typeface="Source Sans 3" pitchFamily="34" charset="-122"/>
                <a:cs typeface="Source Sans 3" pitchFamily="34" charset="-120"/>
              </a:rPr>
              <a:t>[Presenter Name], [Title or degree program]</a:t>
            </a:r>
            <a:endParaRPr lang="en-US" sz="2000" dirty="0"/>
          </a:p>
        </p:txBody>
      </p:sp>
      <p:sp>
        <p:nvSpPr>
          <p:cNvPr id="7" name="Text 0"/>
          <p:cNvSpPr txBox="1"/>
          <p:nvPr/>
        </p:nvSpPr>
        <p:spPr>
          <a:xfrm>
            <a:off x="457200" y="2816352"/>
            <a:ext cx="6309360" cy="512064"/>
          </a:xfrm>
          <a:prstGeom prst="rect">
            <a:avLst/>
          </a:prstGeom>
          <a:noFill/>
          <a:ln/>
        </p:spPr>
        <p:txBody>
          <a:bodyPr wrap="square" lIns="0" tIns="0" rIns="0" bIns="0" rtlCol="0" anchor="t"/>
          <a:lstStyle/>
          <a:p>
            <a:pPr algn="l" indent="0" marL="0">
              <a:lnSpc>
                <a:spcPts val="2000"/>
              </a:lnSpc>
              <a:buNone/>
            </a:pPr>
            <a:r>
              <a:rPr lang="en-US" sz="1600" dirty="0">
                <a:solidFill>
                  <a:srgbClr val="FFFFFF"/>
                </a:solidFill>
                <a:latin typeface="Source Sans 3" pitchFamily="34" charset="0"/>
                <a:ea typeface="Source Sans 3" pitchFamily="34" charset="-122"/>
                <a:cs typeface="Source Sans 3" pitchFamily="34" charset="-120"/>
              </a:rPr>
              <a:t>Advanced Telerobotics Research Lab</a:t>
            </a:r>
            <a:endParaRPr lang="en-US" sz="1600" dirty="0"/>
          </a:p>
          <a:p>
            <a:pPr algn="l" indent="0" marL="0">
              <a:lnSpc>
                <a:spcPts val="2000"/>
              </a:lnSpc>
              <a:buNone/>
            </a:pPr>
            <a:r>
              <a:rPr lang="en-US" sz="1600" dirty="0">
                <a:solidFill>
                  <a:srgbClr val="FFFFFF"/>
                </a:solidFill>
                <a:latin typeface="Source Sans 3" pitchFamily="34" charset="0"/>
                <a:ea typeface="Source Sans 3" pitchFamily="34" charset="-122"/>
                <a:cs typeface="Source Sans 3" pitchFamily="34" charset="-120"/>
              </a:rPr>
              <a:t>Department of Computer Science, Kent State University</a:t>
            </a:r>
            <a:endParaRPr lang="en-US" sz="1600" dirty="0"/>
          </a:p>
        </p:txBody>
      </p:sp>
      <p:pic>
        <p:nvPicPr>
          <p:cNvPr id="8" name="Image 1" descr="Advanced Telerobotics Research logo">    </p:cNvPr>
          <p:cNvPicPr>
            <a:picLocks noChangeAspect="1"/>
          </p:cNvPicPr>
          <p:nvPr/>
        </p:nvPicPr>
        <p:blipFill>
          <a:blip r:embed="rId2"/>
          <a:stretch>
            <a:fillRect/>
          </a:stretch>
        </p:blipFill>
        <p:spPr>
          <a:xfrm>
            <a:off x="457200" y="3640836"/>
            <a:ext cx="2430379" cy="923544"/>
          </a:xfrm>
          <a:prstGeom prst="rect">
            <a:avLst/>
          </a:prstGeom>
        </p:spPr>
      </p:pic>
      <p:pic>
        <p:nvPicPr>
          <p:cNvPr id="9" name="Image 2" descr="Kent State University wordmark">    </p:cNvPr>
          <p:cNvPicPr>
            <a:picLocks noChangeAspect="1"/>
          </p:cNvPicPr>
          <p:nvPr/>
        </p:nvPicPr>
        <p:blipFill>
          <a:blip r:embed="rId3"/>
          <a:stretch>
            <a:fillRect/>
          </a:stretch>
        </p:blipFill>
        <p:spPr>
          <a:xfrm>
            <a:off x="7719728" y="3640836"/>
            <a:ext cx="967072" cy="923544"/>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title">
  <p:cSld name="ATR - Title (Light)">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pic>
        <p:nvPicPr>
          <p:cNvPr id="2" name="Image 0" descr="">    </p:cNvPr>
          <p:cNvPicPr>
            <a:picLocks noChangeAspect="1"/>
          </p:cNvPicPr>
          <p:nvPr/>
        </p:nvPicPr>
        <p:blipFill>
          <a:blip r:embed="rId1"/>
          <a:stretch>
            <a:fillRect/>
          </a:stretch>
        </p:blipFill>
        <p:spPr>
          <a:xfrm>
            <a:off x="0" y="4838700"/>
            <a:ext cx="9144000" cy="304800"/>
          </a:xfrm>
          <a:prstGeom prst="rect">
            <a:avLst/>
          </a:prstGeom>
        </p:spPr>
      </p:pic>
      <p:sp>
        <p:nvSpPr>
          <p:cNvPr id="3" name="eyebrow"/>
          <p:cNvSpPr>
            <a:spLocks noGrp="1"/>
          </p:cNvSpPr>
          <p:nvPr>
            <p:ph idx="101" type="body" hasCustomPrompt="1"/>
          </p:nvPr>
        </p:nvSpPr>
        <p:spPr>
          <a:xfrm>
            <a:off x="457200" y="384048"/>
            <a:ext cx="6309360" cy="274320"/>
          </a:xfrm>
          <a:prstGeom prst="rect">
            <a:avLst/>
          </a:prstGeom>
          <a:noFill/>
          <a:ln/>
        </p:spPr>
        <p:txBody>
          <a:bodyPr wrap="square" rtlCol="0" lIns="0" tIns="0" rIns="0" bIns="0" anchor="ctr">
            <a:normAutofit/>
          </a:bodyPr>
          <a:lstStyle>
            <a:lvl1pPr algn="l" indent="0" marL="0">
              <a:lnSpc>
                <a:spcPct val="97000"/>
              </a:lnSpc>
              <a:spcBef>
                <a:spcPts val="0"/>
              </a:spcBef>
              <a:spcAft>
                <a:spcPts val="0"/>
              </a:spcAft>
              <a:buNone/>
              <a:defRPr lang="en-US" sz="1400" b="1" spc="250" kern="0" dirty="0">
                <a:solidFill>
                  <a:srgbClr val="8A6100"/>
                </a:solidFill>
                <a:latin typeface="Source Sans 3" pitchFamily="34" charset="0"/>
                <a:ea typeface="Source Sans 3" pitchFamily="34" charset="-122"/>
                <a:cs typeface="Source Sans 3" pitchFamily="34" charset="-120"/>
              </a:defRPr>
            </a:lvl1pPr>
          </a:lstStyle>
          <a:p>
            <a:pPr algn="l" indent="0" marL="0">
              <a:lnSpc>
                <a:spcPct val="97000"/>
              </a:lnSpc>
              <a:buNone/>
            </a:pPr>
            <a:r>
              <a:rPr lang="en-US" sz="1400" b="1" spc="250" kern="0" dirty="0">
                <a:solidFill>
                  <a:srgbClr val="8A6100"/>
                </a:solidFill>
                <a:latin typeface="Source Sans 3" pitchFamily="34" charset="0"/>
                <a:ea typeface="Source Sans 3" pitchFamily="34" charset="-122"/>
                <a:cs typeface="Source Sans 3" pitchFamily="34" charset="-120"/>
              </a:rPr>
              <a:t>[COURSE OR REPORT]  ·  [MONTH D, YYYY]</a:t>
            </a:r>
            <a:endParaRPr lang="en-US" sz="1400" dirty="0"/>
          </a:p>
        </p:txBody>
      </p:sp>
      <p:sp>
        <p:nvSpPr>
          <p:cNvPr id="4" name="title"/>
          <p:cNvSpPr>
            <a:spLocks noGrp="1"/>
          </p:cNvSpPr>
          <p:nvPr>
            <p:ph idx="102" type="title" hasCustomPrompt="1"/>
          </p:nvPr>
        </p:nvSpPr>
        <p:spPr>
          <a:xfrm>
            <a:off x="457200" y="694944"/>
            <a:ext cx="6309360" cy="1243584"/>
          </a:xfrm>
          <a:prstGeom prst="rect">
            <a:avLst/>
          </a:prstGeom>
          <a:noFill/>
          <a:ln/>
        </p:spPr>
        <p:txBody>
          <a:bodyPr wrap="square" rtlCol="0" lIns="0" tIns="0" rIns="0" bIns="0" anchor="t">
            <a:normAutofit/>
          </a:bodyPr>
          <a:lstStyle>
            <a:lvl1pPr algn="l" indent="0" marL="0">
              <a:lnSpc>
                <a:spcPct val="82000"/>
              </a:lnSpc>
              <a:spcBef>
                <a:spcPts val="0"/>
              </a:spcBef>
              <a:spcAft>
                <a:spcPts val="0"/>
              </a:spcAft>
              <a:buNone/>
              <a:defRPr lang="en-US" sz="4400" b="1" dirty="0">
                <a:solidFill>
                  <a:srgbClr val="003976"/>
                </a:solidFill>
                <a:latin typeface="Source Sans 3" pitchFamily="34" charset="0"/>
                <a:ea typeface="Source Sans 3" pitchFamily="34" charset="-122"/>
                <a:cs typeface="Source Sans 3" pitchFamily="34" charset="-120"/>
              </a:defRPr>
            </a:lvl1pPr>
          </a:lstStyle>
          <a:p>
            <a:pPr algn="l" indent="0" marL="0">
              <a:lnSpc>
                <a:spcPct val="82000"/>
              </a:lnSpc>
              <a:buNone/>
            </a:pPr>
            <a:r>
              <a:rPr lang="en-US" sz="4400" b="1" dirty="0">
                <a:solidFill>
                  <a:srgbClr val="003976"/>
                </a:solidFill>
                <a:latin typeface="Source Sans 3" pitchFamily="34" charset="0"/>
                <a:ea typeface="Source Sans 3" pitchFamily="34" charset="-122"/>
                <a:cs typeface="Source Sans 3" pitchFamily="34" charset="-120"/>
              </a:rPr>
              <a:t>Talk title, two lines maximum</a:t>
            </a:r>
            <a:endParaRPr lang="en-US" sz="4400" dirty="0"/>
          </a:p>
        </p:txBody>
      </p:sp>
      <p:sp>
        <p:nvSpPr>
          <p:cNvPr id="5" name="subtitle"/>
          <p:cNvSpPr>
            <a:spLocks noGrp="1"/>
          </p:cNvSpPr>
          <p:nvPr>
            <p:ph idx="103" type="body" hasCustomPrompt="1"/>
          </p:nvPr>
        </p:nvSpPr>
        <p:spPr>
          <a:xfrm>
            <a:off x="457200" y="1975104"/>
            <a:ext cx="6309360" cy="384048"/>
          </a:xfrm>
          <a:prstGeom prst="rect">
            <a:avLst/>
          </a:prstGeom>
          <a:noFill/>
          <a:ln/>
        </p:spPr>
        <p:txBody>
          <a:bodyPr wrap="square" rtlCol="0" lIns="0" tIns="0" rIns="0" bIns="0" anchor="t">
            <a:normAutofit/>
          </a:bodyPr>
          <a:lstStyle>
            <a:lvl1pPr algn="l" indent="0" marL="0">
              <a:lnSpc>
                <a:spcPct val="88000"/>
              </a:lnSpc>
              <a:spcBef>
                <a:spcPts val="0"/>
              </a:spcBef>
              <a:spcAft>
                <a:spcPts val="0"/>
              </a:spcAft>
              <a:buNone/>
              <a:defRPr lang="en-US" sz="2400" dirty="0">
                <a:solidFill>
                  <a:srgbClr val="4A5868"/>
                </a:solidFill>
                <a:latin typeface="Source Sans 3" pitchFamily="34" charset="0"/>
                <a:ea typeface="Source Sans 3" pitchFamily="34" charset="-122"/>
                <a:cs typeface="Source Sans 3" pitchFamily="34" charset="-120"/>
              </a:defRPr>
            </a:lvl1pPr>
          </a:lstStyle>
          <a:p>
            <a:pPr algn="l" indent="0" marL="0">
              <a:lnSpc>
                <a:spcPct val="88000"/>
              </a:lnSpc>
              <a:buNone/>
            </a:pPr>
            <a:r>
              <a:rPr lang="en-US" sz="2400" dirty="0">
                <a:solidFill>
                  <a:srgbClr val="4A5868"/>
                </a:solidFill>
                <a:latin typeface="Source Sans 3" pitchFamily="34" charset="0"/>
                <a:ea typeface="Source Sans 3" pitchFamily="34" charset="-122"/>
                <a:cs typeface="Source Sans 3" pitchFamily="34" charset="-120"/>
              </a:rPr>
              <a:t>Subtitle: one line on the contribution of this talk</a:t>
            </a:r>
            <a:endParaRPr lang="en-US" sz="2400" dirty="0"/>
          </a:p>
        </p:txBody>
      </p:sp>
      <p:sp>
        <p:nvSpPr>
          <p:cNvPr id="6" name="presenter"/>
          <p:cNvSpPr>
            <a:spLocks noGrp="1"/>
          </p:cNvSpPr>
          <p:nvPr>
            <p:ph idx="104" type="body" hasCustomPrompt="1"/>
          </p:nvPr>
        </p:nvSpPr>
        <p:spPr>
          <a:xfrm>
            <a:off x="457200" y="2414016"/>
            <a:ext cx="6309360" cy="347472"/>
          </a:xfrm>
          <a:prstGeom prst="rect">
            <a:avLst/>
          </a:prstGeom>
          <a:noFill/>
          <a:ln/>
        </p:spPr>
        <p:txBody>
          <a:bodyPr wrap="square" rtlCol="0" lIns="0" tIns="0" rIns="0" bIns="0" anchor="t">
            <a:normAutofit/>
          </a:bodyPr>
          <a:lstStyle>
            <a:lvl1pPr algn="l" indent="0" marL="0">
              <a:lnSpc>
                <a:spcPct val="94000"/>
              </a:lnSpc>
              <a:spcBef>
                <a:spcPts val="0"/>
              </a:spcBef>
              <a:spcAft>
                <a:spcPts val="0"/>
              </a:spcAft>
              <a:buNone/>
              <a:defRPr lang="en-US" sz="2000" b="1" dirty="0">
                <a:solidFill>
                  <a:srgbClr val="003976"/>
                </a:solidFill>
                <a:latin typeface="Source Sans 3" pitchFamily="34" charset="0"/>
                <a:ea typeface="Source Sans 3" pitchFamily="34" charset="-122"/>
                <a:cs typeface="Source Sans 3" pitchFamily="34" charset="-120"/>
              </a:defRPr>
            </a:lvl1pPr>
          </a:lstStyle>
          <a:p>
            <a:pPr algn="l" indent="0" marL="0">
              <a:lnSpc>
                <a:spcPct val="94000"/>
              </a:lnSpc>
              <a:buNone/>
            </a:pPr>
            <a:r>
              <a:rPr lang="en-US" sz="2000" b="1" dirty="0">
                <a:solidFill>
                  <a:srgbClr val="003976"/>
                </a:solidFill>
                <a:latin typeface="Source Sans 3" pitchFamily="34" charset="0"/>
                <a:ea typeface="Source Sans 3" pitchFamily="34" charset="-122"/>
                <a:cs typeface="Source Sans 3" pitchFamily="34" charset="-120"/>
              </a:rPr>
              <a:t>[Author Names]</a:t>
            </a:r>
            <a:endParaRPr lang="en-US" sz="2000" dirty="0"/>
          </a:p>
        </p:txBody>
      </p:sp>
      <p:sp>
        <p:nvSpPr>
          <p:cNvPr id="7" name="Text 0"/>
          <p:cNvSpPr txBox="1"/>
          <p:nvPr/>
        </p:nvSpPr>
        <p:spPr>
          <a:xfrm>
            <a:off x="457200" y="2816352"/>
            <a:ext cx="6309360" cy="512064"/>
          </a:xfrm>
          <a:prstGeom prst="rect">
            <a:avLst/>
          </a:prstGeom>
          <a:noFill/>
          <a:ln/>
        </p:spPr>
        <p:txBody>
          <a:bodyPr wrap="square" lIns="0" tIns="0" rIns="0" bIns="0" rtlCol="0" anchor="t"/>
          <a:lstStyle/>
          <a:p>
            <a:pPr algn="l" indent="0" marL="0">
              <a:lnSpc>
                <a:spcPts val="2000"/>
              </a:lnSpc>
              <a:buNone/>
            </a:pPr>
            <a:r>
              <a:rPr lang="en-US" sz="1600" dirty="0">
                <a:solidFill>
                  <a:srgbClr val="4A5868"/>
                </a:solidFill>
                <a:latin typeface="Source Sans 3" pitchFamily="34" charset="0"/>
                <a:ea typeface="Source Sans 3" pitchFamily="34" charset="-122"/>
                <a:cs typeface="Source Sans 3" pitchFamily="34" charset="-120"/>
              </a:rPr>
              <a:t>Advanced Telerobotics Research Lab</a:t>
            </a:r>
            <a:endParaRPr lang="en-US" sz="1600" dirty="0"/>
          </a:p>
          <a:p>
            <a:pPr algn="l" indent="0" marL="0">
              <a:lnSpc>
                <a:spcPts val="2000"/>
              </a:lnSpc>
              <a:buNone/>
            </a:pPr>
            <a:r>
              <a:rPr lang="en-US" sz="1600" dirty="0">
                <a:solidFill>
                  <a:srgbClr val="4A5868"/>
                </a:solidFill>
                <a:latin typeface="Source Sans 3" pitchFamily="34" charset="0"/>
                <a:ea typeface="Source Sans 3" pitchFamily="34" charset="-122"/>
                <a:cs typeface="Source Sans 3" pitchFamily="34" charset="-120"/>
              </a:rPr>
              <a:t>Department of Computer Science, Kent State University</a:t>
            </a:r>
            <a:endParaRPr lang="en-US" sz="1600" dirty="0"/>
          </a:p>
        </p:txBody>
      </p:sp>
      <p:pic>
        <p:nvPicPr>
          <p:cNvPr id="8" name="Image 1" descr="Advanced Telerobotics Research logo">    </p:cNvPr>
          <p:cNvPicPr>
            <a:picLocks noChangeAspect="1"/>
          </p:cNvPicPr>
          <p:nvPr/>
        </p:nvPicPr>
        <p:blipFill>
          <a:blip r:embed="rId2"/>
          <a:stretch>
            <a:fillRect/>
          </a:stretch>
        </p:blipFill>
        <p:spPr>
          <a:xfrm>
            <a:off x="457200" y="3640836"/>
            <a:ext cx="2430379" cy="923544"/>
          </a:xfrm>
          <a:prstGeom prst="rect">
            <a:avLst/>
          </a:prstGeom>
        </p:spPr>
      </p:pic>
      <p:pic>
        <p:nvPicPr>
          <p:cNvPr id="9" name="Image 2" descr="Kent State University wordmark">    </p:cNvPr>
          <p:cNvPicPr>
            <a:picLocks noChangeAspect="1"/>
          </p:cNvPicPr>
          <p:nvPr/>
        </p:nvPicPr>
        <p:blipFill>
          <a:blip r:embed="rId3"/>
          <a:stretch>
            <a:fillRect/>
          </a:stretch>
        </p:blipFill>
        <p:spPr>
          <a:xfrm>
            <a:off x="7719728" y="3640836"/>
            <a:ext cx="967072" cy="923544"/>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obj">
  <p:cSld name="ATR - Agenda">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66928" cy="566928"/>
          </a:xfrm>
          <a:prstGeom prst="rect">
            <a:avLst/>
          </a:prstGeom>
          <a:solidFill>
            <a:srgbClr val="EFAB00"/>
          </a:solidFill>
          <a:ln w="12700">
            <a:solidFill>
              <a:srgbClr val="EFAB00"/>
            </a:solidFill>
            <a:prstDash val="solid"/>
          </a:ln>
        </p:spPr>
      </p:sp>
      <p:pic>
        <p:nvPicPr>
          <p:cNvPr id="3" name="Image 0" descr="ATR Lab mark">    </p:cNvPr>
          <p:cNvPicPr>
            <a:picLocks noChangeAspect="1"/>
          </p:cNvPicPr>
          <p:nvPr/>
        </p:nvPicPr>
        <p:blipFill>
          <a:blip r:embed="rId1"/>
          <a:stretch>
            <a:fillRect/>
          </a:stretch>
        </p:blipFill>
        <p:spPr>
          <a:xfrm>
            <a:off x="563453" y="484632"/>
            <a:ext cx="354421" cy="365760"/>
          </a:xfrm>
          <a:prstGeom prst="rect">
            <a:avLst/>
          </a:prstGeom>
        </p:spPr>
      </p:pic>
      <p:sp>
        <p:nvSpPr>
          <p:cNvPr id="4" name="eyebrow"/>
          <p:cNvSpPr>
            <a:spLocks noGrp="1"/>
          </p:cNvSpPr>
          <p:nvPr>
            <p:ph idx="102" type="body" hasCustomPrompt="1"/>
          </p:nvPr>
        </p:nvSpPr>
        <p:spPr>
          <a:xfrm>
            <a:off x="1207008" y="329184"/>
            <a:ext cx="7479792" cy="274320"/>
          </a:xfrm>
          <a:prstGeom prst="rect">
            <a:avLst/>
          </a:prstGeom>
          <a:noFill/>
          <a:ln/>
        </p:spPr>
        <p:txBody>
          <a:bodyPr wrap="square" rtlCol="0" lIns="0" tIns="0" rIns="0" bIns="0" anchor="ctr">
            <a:normAutofit/>
          </a:bodyPr>
          <a:lstStyle>
            <a:lvl1pPr algn="l" indent="0" marL="0">
              <a:lnSpc>
                <a:spcPct val="97000"/>
              </a:lnSpc>
              <a:spcBef>
                <a:spcPts val="0"/>
              </a:spcBef>
              <a:spcAft>
                <a:spcPts val="0"/>
              </a:spcAft>
              <a:buNone/>
              <a:defRPr lang="en-US" sz="1400" b="1" spc="250" kern="0" dirty="0">
                <a:solidFill>
                  <a:srgbClr val="8A6100"/>
                </a:solidFill>
                <a:latin typeface="Source Sans 3" pitchFamily="34" charset="0"/>
                <a:ea typeface="Source Sans 3" pitchFamily="34" charset="-122"/>
                <a:cs typeface="Source Sans 3" pitchFamily="34" charset="-120"/>
              </a:defRPr>
            </a:lvl1pPr>
          </a:lstStyle>
          <a:p>
            <a:pPr algn="l" indent="0" marL="0">
              <a:lnSpc>
                <a:spcPct val="97000"/>
              </a:lnSpc>
              <a:buNone/>
            </a:pPr>
            <a:r>
              <a:rPr lang="en-US" sz="1400" b="1" spc="250" kern="0" dirty="0">
                <a:solidFill>
                  <a:srgbClr val="8A6100"/>
                </a:solidFill>
                <a:latin typeface="Source Sans 3" pitchFamily="34" charset="0"/>
                <a:ea typeface="Source Sans 3" pitchFamily="34" charset="-122"/>
                <a:cs typeface="Source Sans 3" pitchFamily="34" charset="-120"/>
              </a:rPr>
              <a:t>SECTION 00  ·  SECTION NAME</a:t>
            </a:r>
            <a:endParaRPr lang="en-US" sz="1400" dirty="0"/>
          </a:p>
        </p:txBody>
      </p:sp>
      <p:sp>
        <p:nvSpPr>
          <p:cNvPr id="5" name="title"/>
          <p:cNvSpPr>
            <a:spLocks noGrp="1"/>
          </p:cNvSpPr>
          <p:nvPr>
            <p:ph idx="103" type="title" hasCustomPrompt="1"/>
          </p:nvPr>
        </p:nvSpPr>
        <p:spPr>
          <a:xfrm>
            <a:off x="1207008" y="566928"/>
            <a:ext cx="7479792" cy="475488"/>
          </a:xfrm>
          <a:prstGeom prst="rect">
            <a:avLst/>
          </a:prstGeom>
          <a:noFill/>
          <a:ln/>
        </p:spPr>
        <p:txBody>
          <a:bodyPr wrap="square" rtlCol="0" lIns="0" tIns="0" rIns="0" bIns="0" anchor="t">
            <a:normAutofit/>
          </a:bodyPr>
          <a:lstStyle>
            <a:lvl1pPr algn="l" indent="0" marL="0">
              <a:lnSpc>
                <a:spcPct val="85000"/>
              </a:lnSpc>
              <a:spcBef>
                <a:spcPts val="0"/>
              </a:spcBef>
              <a:spcAft>
                <a:spcPts val="0"/>
              </a:spcAft>
              <a:buNone/>
              <a:defRPr lang="en-US" sz="3200" b="1" dirty="0">
                <a:solidFill>
                  <a:srgbClr val="003976"/>
                </a:solidFill>
                <a:latin typeface="Source Sans 3" pitchFamily="34" charset="0"/>
                <a:ea typeface="Source Sans 3" pitchFamily="34" charset="-122"/>
                <a:cs typeface="Source Sans 3" pitchFamily="34" charset="-120"/>
              </a:defRPr>
            </a:lvl1pPr>
          </a:lstStyle>
          <a:p>
            <a:pPr algn="l" indent="0" marL="0">
              <a:lnSpc>
                <a:spcPct val="85000"/>
              </a:lnSpc>
              <a:buNone/>
            </a:pPr>
            <a:r>
              <a:rPr lang="en-US" sz="3200" b="1" dirty="0">
                <a:solidFill>
                  <a:srgbClr val="003976"/>
                </a:solidFill>
                <a:latin typeface="Source Sans 3" pitchFamily="34" charset="0"/>
                <a:ea typeface="Source Sans 3" pitchFamily="34" charset="-122"/>
                <a:cs typeface="Source Sans 3" pitchFamily="34" charset="-120"/>
              </a:rPr>
              <a:t>Slide title, one line, sentence case</a:t>
            </a:r>
            <a:endParaRPr lang="en-US" sz="3200" dirty="0"/>
          </a:p>
        </p:txBody>
      </p:sp>
      <p:sp>
        <p:nvSpPr>
          <p:cNvPr id="6" name="Text 1"/>
          <p:cNvSpPr/>
          <p:nvPr/>
        </p:nvSpPr>
        <p:spPr>
          <a:xfrm>
            <a:off x="457200" y="1335024"/>
            <a:ext cx="420624" cy="420624"/>
          </a:xfrm>
          <a:prstGeom prst="rect">
            <a:avLst/>
          </a:prstGeom>
          <a:solidFill>
            <a:srgbClr val="003976"/>
          </a:solidFill>
          <a:ln/>
        </p:spPr>
        <p:txBody>
          <a:bodyPr wrap="square" lIns="0" tIns="0" rIns="0" bIns="0" rtlCol="0" anchor="ctr"/>
          <a:lstStyle/>
          <a:p>
            <a:pPr algn="ctr" indent="0" marL="0">
              <a:buNone/>
            </a:pPr>
            <a:r>
              <a:rPr lang="en-US" sz="1600" b="1" dirty="0">
                <a:solidFill>
                  <a:srgbClr val="EFAB00"/>
                </a:solidFill>
                <a:latin typeface="Roboto Slab" pitchFamily="34" charset="0"/>
                <a:ea typeface="Roboto Slab" pitchFamily="34" charset="-122"/>
                <a:cs typeface="Roboto Slab" pitchFamily="34" charset="-120"/>
              </a:rPr>
              <a:t>01</a:t>
            </a:r>
            <a:endParaRPr lang="en-US" sz="1600" dirty="0"/>
          </a:p>
        </p:txBody>
      </p:sp>
      <p:sp>
        <p:nvSpPr>
          <p:cNvPr id="7" name="Shape 2"/>
          <p:cNvSpPr/>
          <p:nvPr/>
        </p:nvSpPr>
        <p:spPr>
          <a:xfrm>
            <a:off x="457200" y="1938528"/>
            <a:ext cx="4754880" cy="0"/>
          </a:xfrm>
          <a:prstGeom prst="line">
            <a:avLst/>
          </a:prstGeom>
          <a:noFill/>
          <a:ln w="9525">
            <a:solidFill>
              <a:srgbClr val="D6DEE8"/>
            </a:solidFill>
            <a:prstDash val="solid"/>
          </a:ln>
        </p:spPr>
      </p:sp>
      <p:sp>
        <p:nvSpPr>
          <p:cNvPr id="8" name="Text 3"/>
          <p:cNvSpPr/>
          <p:nvPr/>
        </p:nvSpPr>
        <p:spPr>
          <a:xfrm>
            <a:off x="457200" y="2011680"/>
            <a:ext cx="420624" cy="420624"/>
          </a:xfrm>
          <a:prstGeom prst="rect">
            <a:avLst/>
          </a:prstGeom>
          <a:solidFill>
            <a:srgbClr val="003976"/>
          </a:solidFill>
          <a:ln/>
        </p:spPr>
        <p:txBody>
          <a:bodyPr wrap="square" lIns="0" tIns="0" rIns="0" bIns="0" rtlCol="0" anchor="ctr"/>
          <a:lstStyle/>
          <a:p>
            <a:pPr algn="ctr" indent="0" marL="0">
              <a:buNone/>
            </a:pPr>
            <a:r>
              <a:rPr lang="en-US" sz="1600" b="1" dirty="0">
                <a:solidFill>
                  <a:srgbClr val="EFAB00"/>
                </a:solidFill>
                <a:latin typeface="Roboto Slab" pitchFamily="34" charset="0"/>
                <a:ea typeface="Roboto Slab" pitchFamily="34" charset="-122"/>
                <a:cs typeface="Roboto Slab" pitchFamily="34" charset="-120"/>
              </a:rPr>
              <a:t>02</a:t>
            </a:r>
            <a:endParaRPr lang="en-US" sz="1600" dirty="0"/>
          </a:p>
        </p:txBody>
      </p:sp>
      <p:sp>
        <p:nvSpPr>
          <p:cNvPr id="9" name="Shape 4"/>
          <p:cNvSpPr/>
          <p:nvPr/>
        </p:nvSpPr>
        <p:spPr>
          <a:xfrm>
            <a:off x="457200" y="2615184"/>
            <a:ext cx="4754880" cy="0"/>
          </a:xfrm>
          <a:prstGeom prst="line">
            <a:avLst/>
          </a:prstGeom>
          <a:noFill/>
          <a:ln w="9525">
            <a:solidFill>
              <a:srgbClr val="D6DEE8"/>
            </a:solidFill>
            <a:prstDash val="solid"/>
          </a:ln>
        </p:spPr>
      </p:sp>
      <p:sp>
        <p:nvSpPr>
          <p:cNvPr id="10" name="Text 5"/>
          <p:cNvSpPr/>
          <p:nvPr/>
        </p:nvSpPr>
        <p:spPr>
          <a:xfrm>
            <a:off x="457200" y="2688336"/>
            <a:ext cx="420624" cy="420624"/>
          </a:xfrm>
          <a:prstGeom prst="rect">
            <a:avLst/>
          </a:prstGeom>
          <a:solidFill>
            <a:srgbClr val="003976"/>
          </a:solidFill>
          <a:ln/>
        </p:spPr>
        <p:txBody>
          <a:bodyPr wrap="square" lIns="0" tIns="0" rIns="0" bIns="0" rtlCol="0" anchor="ctr"/>
          <a:lstStyle/>
          <a:p>
            <a:pPr algn="ctr" indent="0" marL="0">
              <a:buNone/>
            </a:pPr>
            <a:r>
              <a:rPr lang="en-US" sz="1600" b="1" dirty="0">
                <a:solidFill>
                  <a:srgbClr val="EFAB00"/>
                </a:solidFill>
                <a:latin typeface="Roboto Slab" pitchFamily="34" charset="0"/>
                <a:ea typeface="Roboto Slab" pitchFamily="34" charset="-122"/>
                <a:cs typeface="Roboto Slab" pitchFamily="34" charset="-120"/>
              </a:rPr>
              <a:t>03</a:t>
            </a:r>
            <a:endParaRPr lang="en-US" sz="1600" dirty="0"/>
          </a:p>
        </p:txBody>
      </p:sp>
      <p:sp>
        <p:nvSpPr>
          <p:cNvPr id="11" name="Shape 6"/>
          <p:cNvSpPr/>
          <p:nvPr/>
        </p:nvSpPr>
        <p:spPr>
          <a:xfrm>
            <a:off x="457200" y="3291840"/>
            <a:ext cx="4754880" cy="0"/>
          </a:xfrm>
          <a:prstGeom prst="line">
            <a:avLst/>
          </a:prstGeom>
          <a:noFill/>
          <a:ln w="9525">
            <a:solidFill>
              <a:srgbClr val="D6DEE8"/>
            </a:solidFill>
            <a:prstDash val="solid"/>
          </a:ln>
        </p:spPr>
      </p:sp>
      <p:sp>
        <p:nvSpPr>
          <p:cNvPr id="12" name="Text 7"/>
          <p:cNvSpPr/>
          <p:nvPr/>
        </p:nvSpPr>
        <p:spPr>
          <a:xfrm>
            <a:off x="457200" y="3364992"/>
            <a:ext cx="420624" cy="420624"/>
          </a:xfrm>
          <a:prstGeom prst="rect">
            <a:avLst/>
          </a:prstGeom>
          <a:solidFill>
            <a:srgbClr val="003976"/>
          </a:solidFill>
          <a:ln/>
        </p:spPr>
        <p:txBody>
          <a:bodyPr wrap="square" lIns="0" tIns="0" rIns="0" bIns="0" rtlCol="0" anchor="ctr"/>
          <a:lstStyle/>
          <a:p>
            <a:pPr algn="ctr" indent="0" marL="0">
              <a:buNone/>
            </a:pPr>
            <a:r>
              <a:rPr lang="en-US" sz="1600" b="1" dirty="0">
                <a:solidFill>
                  <a:srgbClr val="EFAB00"/>
                </a:solidFill>
                <a:latin typeface="Roboto Slab" pitchFamily="34" charset="0"/>
                <a:ea typeface="Roboto Slab" pitchFamily="34" charset="-122"/>
                <a:cs typeface="Roboto Slab" pitchFamily="34" charset="-120"/>
              </a:rPr>
              <a:t>04</a:t>
            </a:r>
            <a:endParaRPr lang="en-US" sz="1600" dirty="0"/>
          </a:p>
        </p:txBody>
      </p:sp>
      <p:sp>
        <p:nvSpPr>
          <p:cNvPr id="13" name="Shape 8"/>
          <p:cNvSpPr/>
          <p:nvPr/>
        </p:nvSpPr>
        <p:spPr>
          <a:xfrm>
            <a:off x="457200" y="3968496"/>
            <a:ext cx="4754880" cy="0"/>
          </a:xfrm>
          <a:prstGeom prst="line">
            <a:avLst/>
          </a:prstGeom>
          <a:noFill/>
          <a:ln w="9525">
            <a:solidFill>
              <a:srgbClr val="D6DEE8"/>
            </a:solidFill>
            <a:prstDash val="solid"/>
          </a:ln>
        </p:spPr>
      </p:sp>
      <p:sp>
        <p:nvSpPr>
          <p:cNvPr id="14" name="Text 9"/>
          <p:cNvSpPr/>
          <p:nvPr/>
        </p:nvSpPr>
        <p:spPr>
          <a:xfrm>
            <a:off x="457200" y="4041648"/>
            <a:ext cx="420624" cy="420624"/>
          </a:xfrm>
          <a:prstGeom prst="rect">
            <a:avLst/>
          </a:prstGeom>
          <a:solidFill>
            <a:srgbClr val="003976"/>
          </a:solidFill>
          <a:ln/>
        </p:spPr>
        <p:txBody>
          <a:bodyPr wrap="square" lIns="0" tIns="0" rIns="0" bIns="0" rtlCol="0" anchor="ctr"/>
          <a:lstStyle/>
          <a:p>
            <a:pPr algn="ctr" indent="0" marL="0">
              <a:buNone/>
            </a:pPr>
            <a:r>
              <a:rPr lang="en-US" sz="1600" b="1" dirty="0">
                <a:solidFill>
                  <a:srgbClr val="EFAB00"/>
                </a:solidFill>
                <a:latin typeface="Roboto Slab" pitchFamily="34" charset="0"/>
                <a:ea typeface="Roboto Slab" pitchFamily="34" charset="-122"/>
                <a:cs typeface="Roboto Slab" pitchFamily="34" charset="-120"/>
              </a:rPr>
              <a:t>05</a:t>
            </a:r>
            <a:endParaRPr lang="en-US" sz="1600" dirty="0"/>
          </a:p>
        </p:txBody>
      </p:sp>
      <p:sp>
        <p:nvSpPr>
          <p:cNvPr id="15" name="Item 1"/>
          <p:cNvSpPr>
            <a:spLocks noGrp="1"/>
          </p:cNvSpPr>
          <p:nvPr>
            <p:ph idx="113" type="body" hasCustomPrompt="1"/>
          </p:nvPr>
        </p:nvSpPr>
        <p:spPr>
          <a:xfrm>
            <a:off x="1042416" y="1335024"/>
            <a:ext cx="3520440" cy="420624"/>
          </a:xfrm>
          <a:prstGeom prst="rect">
            <a:avLst/>
          </a:prstGeom>
          <a:noFill/>
          <a:ln/>
        </p:spPr>
        <p:txBody>
          <a:bodyPr wrap="square" rtlCol="0" lIns="0" tIns="0" rIns="0" bIns="0" anchor="ctr">
            <a:normAutofit/>
          </a:bodyPr>
          <a:lstStyle>
            <a:lvl1pPr algn="l" indent="0" marL="0">
              <a:lnSpc>
                <a:spcPct val="89000"/>
              </a:lnSpc>
              <a:spcBef>
                <a:spcPts val="0"/>
              </a:spcBef>
              <a:spcAft>
                <a:spcPts val="0"/>
              </a:spcAft>
              <a:buNone/>
              <a:defRPr lang="en-US" sz="2200" b="1" dirty="0">
                <a:solidFill>
                  <a:srgbClr val="003976"/>
                </a:solidFill>
                <a:latin typeface="Source Sans 3" pitchFamily="34" charset="0"/>
                <a:ea typeface="Source Sans 3" pitchFamily="34" charset="-122"/>
                <a:cs typeface="Source Sans 3" pitchFamily="34" charset="-120"/>
              </a:defRPr>
            </a:lvl1pPr>
          </a:lstStyle>
          <a:p>
            <a:pPr algn="l" indent="0" marL="0">
              <a:lnSpc>
                <a:spcPct val="89000"/>
              </a:lnSpc>
              <a:buNone/>
            </a:pPr>
            <a:r>
              <a:rPr lang="en-US" sz="2200" b="1" dirty="0">
                <a:solidFill>
                  <a:srgbClr val="003976"/>
                </a:solidFill>
                <a:latin typeface="Source Sans 3" pitchFamily="34" charset="0"/>
                <a:ea typeface="Source Sans 3" pitchFamily="34" charset="-122"/>
                <a:cs typeface="Source Sans 3" pitchFamily="34" charset="-120"/>
              </a:rPr>
              <a:t>Section 1</a:t>
            </a:r>
            <a:endParaRPr lang="en-US" sz="2200" dirty="0"/>
          </a:p>
        </p:txBody>
      </p:sp>
      <p:sp>
        <p:nvSpPr>
          <p:cNvPr id="16" name="Item 2"/>
          <p:cNvSpPr>
            <a:spLocks noGrp="1"/>
          </p:cNvSpPr>
          <p:nvPr>
            <p:ph idx="114" type="body" hasCustomPrompt="1"/>
          </p:nvPr>
        </p:nvSpPr>
        <p:spPr>
          <a:xfrm>
            <a:off x="1042416" y="2011680"/>
            <a:ext cx="3520440" cy="420624"/>
          </a:xfrm>
          <a:prstGeom prst="rect">
            <a:avLst/>
          </a:prstGeom>
          <a:noFill/>
          <a:ln/>
        </p:spPr>
        <p:txBody>
          <a:bodyPr wrap="square" rtlCol="0" lIns="0" tIns="0" rIns="0" bIns="0" anchor="ctr">
            <a:normAutofit/>
          </a:bodyPr>
          <a:lstStyle>
            <a:lvl1pPr algn="l" indent="0" marL="0">
              <a:lnSpc>
                <a:spcPct val="89000"/>
              </a:lnSpc>
              <a:spcBef>
                <a:spcPts val="0"/>
              </a:spcBef>
              <a:spcAft>
                <a:spcPts val="0"/>
              </a:spcAft>
              <a:buNone/>
              <a:defRPr lang="en-US" sz="2200" b="1" dirty="0">
                <a:solidFill>
                  <a:srgbClr val="003976"/>
                </a:solidFill>
                <a:latin typeface="Source Sans 3" pitchFamily="34" charset="0"/>
                <a:ea typeface="Source Sans 3" pitchFamily="34" charset="-122"/>
                <a:cs typeface="Source Sans 3" pitchFamily="34" charset="-120"/>
              </a:defRPr>
            </a:lvl1pPr>
          </a:lstStyle>
          <a:p>
            <a:pPr algn="l" indent="0" marL="0">
              <a:lnSpc>
                <a:spcPct val="89000"/>
              </a:lnSpc>
              <a:buNone/>
            </a:pPr>
            <a:r>
              <a:rPr lang="en-US" sz="2200" b="1" dirty="0">
                <a:solidFill>
                  <a:srgbClr val="003976"/>
                </a:solidFill>
                <a:latin typeface="Source Sans 3" pitchFamily="34" charset="0"/>
                <a:ea typeface="Source Sans 3" pitchFamily="34" charset="-122"/>
                <a:cs typeface="Source Sans 3" pitchFamily="34" charset="-120"/>
              </a:rPr>
              <a:t>Section 2</a:t>
            </a:r>
            <a:endParaRPr lang="en-US" sz="2200" dirty="0"/>
          </a:p>
        </p:txBody>
      </p:sp>
      <p:sp>
        <p:nvSpPr>
          <p:cNvPr id="17" name="Item 3"/>
          <p:cNvSpPr>
            <a:spLocks noGrp="1"/>
          </p:cNvSpPr>
          <p:nvPr>
            <p:ph idx="115" type="body" hasCustomPrompt="1"/>
          </p:nvPr>
        </p:nvSpPr>
        <p:spPr>
          <a:xfrm>
            <a:off x="1042416" y="2688336"/>
            <a:ext cx="3520440" cy="420624"/>
          </a:xfrm>
          <a:prstGeom prst="rect">
            <a:avLst/>
          </a:prstGeom>
          <a:noFill/>
          <a:ln/>
        </p:spPr>
        <p:txBody>
          <a:bodyPr wrap="square" rtlCol="0" lIns="0" tIns="0" rIns="0" bIns="0" anchor="ctr">
            <a:normAutofit/>
          </a:bodyPr>
          <a:lstStyle>
            <a:lvl1pPr algn="l" indent="0" marL="0">
              <a:lnSpc>
                <a:spcPct val="89000"/>
              </a:lnSpc>
              <a:spcBef>
                <a:spcPts val="0"/>
              </a:spcBef>
              <a:spcAft>
                <a:spcPts val="0"/>
              </a:spcAft>
              <a:buNone/>
              <a:defRPr lang="en-US" sz="2200" b="1" dirty="0">
                <a:solidFill>
                  <a:srgbClr val="003976"/>
                </a:solidFill>
                <a:latin typeface="Source Sans 3" pitchFamily="34" charset="0"/>
                <a:ea typeface="Source Sans 3" pitchFamily="34" charset="-122"/>
                <a:cs typeface="Source Sans 3" pitchFamily="34" charset="-120"/>
              </a:defRPr>
            </a:lvl1pPr>
          </a:lstStyle>
          <a:p>
            <a:pPr algn="l" indent="0" marL="0">
              <a:lnSpc>
                <a:spcPct val="89000"/>
              </a:lnSpc>
              <a:buNone/>
            </a:pPr>
            <a:r>
              <a:rPr lang="en-US" sz="2200" b="1" dirty="0">
                <a:solidFill>
                  <a:srgbClr val="003976"/>
                </a:solidFill>
                <a:latin typeface="Source Sans 3" pitchFamily="34" charset="0"/>
                <a:ea typeface="Source Sans 3" pitchFamily="34" charset="-122"/>
                <a:cs typeface="Source Sans 3" pitchFamily="34" charset="-120"/>
              </a:rPr>
              <a:t>Section 3</a:t>
            </a:r>
            <a:endParaRPr lang="en-US" sz="2200" dirty="0"/>
          </a:p>
        </p:txBody>
      </p:sp>
      <p:sp>
        <p:nvSpPr>
          <p:cNvPr id="18" name="Item 4"/>
          <p:cNvSpPr>
            <a:spLocks noGrp="1"/>
          </p:cNvSpPr>
          <p:nvPr>
            <p:ph idx="116" type="body" hasCustomPrompt="1"/>
          </p:nvPr>
        </p:nvSpPr>
        <p:spPr>
          <a:xfrm>
            <a:off x="1042416" y="3364992"/>
            <a:ext cx="3520440" cy="420624"/>
          </a:xfrm>
          <a:prstGeom prst="rect">
            <a:avLst/>
          </a:prstGeom>
          <a:noFill/>
          <a:ln/>
        </p:spPr>
        <p:txBody>
          <a:bodyPr wrap="square" rtlCol="0" lIns="0" tIns="0" rIns="0" bIns="0" anchor="ctr">
            <a:normAutofit/>
          </a:bodyPr>
          <a:lstStyle>
            <a:lvl1pPr algn="l" indent="0" marL="0">
              <a:lnSpc>
                <a:spcPct val="89000"/>
              </a:lnSpc>
              <a:spcBef>
                <a:spcPts val="0"/>
              </a:spcBef>
              <a:spcAft>
                <a:spcPts val="0"/>
              </a:spcAft>
              <a:buNone/>
              <a:defRPr lang="en-US" sz="2200" b="1" dirty="0">
                <a:solidFill>
                  <a:srgbClr val="003976"/>
                </a:solidFill>
                <a:latin typeface="Source Sans 3" pitchFamily="34" charset="0"/>
                <a:ea typeface="Source Sans 3" pitchFamily="34" charset="-122"/>
                <a:cs typeface="Source Sans 3" pitchFamily="34" charset="-120"/>
              </a:defRPr>
            </a:lvl1pPr>
          </a:lstStyle>
          <a:p>
            <a:pPr algn="l" indent="0" marL="0">
              <a:lnSpc>
                <a:spcPct val="89000"/>
              </a:lnSpc>
              <a:buNone/>
            </a:pPr>
            <a:r>
              <a:rPr lang="en-US" sz="2200" b="1" dirty="0">
                <a:solidFill>
                  <a:srgbClr val="003976"/>
                </a:solidFill>
                <a:latin typeface="Source Sans 3" pitchFamily="34" charset="0"/>
                <a:ea typeface="Source Sans 3" pitchFamily="34" charset="-122"/>
                <a:cs typeface="Source Sans 3" pitchFamily="34" charset="-120"/>
              </a:rPr>
              <a:t>Section 4</a:t>
            </a:r>
            <a:endParaRPr lang="en-US" sz="2200" dirty="0"/>
          </a:p>
        </p:txBody>
      </p:sp>
      <p:sp>
        <p:nvSpPr>
          <p:cNvPr id="19" name="Item 5"/>
          <p:cNvSpPr>
            <a:spLocks noGrp="1"/>
          </p:cNvSpPr>
          <p:nvPr>
            <p:ph idx="117" type="body" hasCustomPrompt="1"/>
          </p:nvPr>
        </p:nvSpPr>
        <p:spPr>
          <a:xfrm>
            <a:off x="1042416" y="4041648"/>
            <a:ext cx="3520440" cy="420624"/>
          </a:xfrm>
          <a:prstGeom prst="rect">
            <a:avLst/>
          </a:prstGeom>
          <a:noFill/>
          <a:ln/>
        </p:spPr>
        <p:txBody>
          <a:bodyPr wrap="square" rtlCol="0" lIns="0" tIns="0" rIns="0" bIns="0" anchor="ctr">
            <a:normAutofit/>
          </a:bodyPr>
          <a:lstStyle>
            <a:lvl1pPr algn="l" indent="0" marL="0">
              <a:lnSpc>
                <a:spcPct val="89000"/>
              </a:lnSpc>
              <a:spcBef>
                <a:spcPts val="0"/>
              </a:spcBef>
              <a:spcAft>
                <a:spcPts val="0"/>
              </a:spcAft>
              <a:buNone/>
              <a:defRPr lang="en-US" sz="2200" b="1" dirty="0">
                <a:solidFill>
                  <a:srgbClr val="003976"/>
                </a:solidFill>
                <a:latin typeface="Source Sans 3" pitchFamily="34" charset="0"/>
                <a:ea typeface="Source Sans 3" pitchFamily="34" charset="-122"/>
                <a:cs typeface="Source Sans 3" pitchFamily="34" charset="-120"/>
              </a:defRPr>
            </a:lvl1pPr>
          </a:lstStyle>
          <a:p>
            <a:pPr algn="l" indent="0" marL="0">
              <a:lnSpc>
                <a:spcPct val="89000"/>
              </a:lnSpc>
              <a:buNone/>
            </a:pPr>
            <a:r>
              <a:rPr lang="en-US" sz="2200" b="1" dirty="0">
                <a:solidFill>
                  <a:srgbClr val="003976"/>
                </a:solidFill>
                <a:latin typeface="Source Sans 3" pitchFamily="34" charset="0"/>
                <a:ea typeface="Source Sans 3" pitchFamily="34" charset="-122"/>
                <a:cs typeface="Source Sans 3" pitchFamily="34" charset="-120"/>
              </a:rPr>
              <a:t>Section 5</a:t>
            </a:r>
            <a:endParaRPr lang="en-US" sz="2200" dirty="0"/>
          </a:p>
        </p:txBody>
      </p:sp>
      <p:sp>
        <p:nvSpPr>
          <p:cNvPr id="20" name="Timing 1"/>
          <p:cNvSpPr>
            <a:spLocks noGrp="1"/>
          </p:cNvSpPr>
          <p:nvPr>
            <p:ph idx="118" type="body" hasCustomPrompt="1"/>
          </p:nvPr>
        </p:nvSpPr>
        <p:spPr>
          <a:xfrm>
            <a:off x="4617720" y="1335024"/>
            <a:ext cx="594360" cy="420624"/>
          </a:xfrm>
          <a:prstGeom prst="rect">
            <a:avLst/>
          </a:prstGeom>
          <a:noFill/>
          <a:ln/>
        </p:spPr>
        <p:txBody>
          <a:bodyPr wrap="square" rtlCol="0" lIns="0" tIns="0" rIns="0" bIns="0" anchor="ctr"/>
          <a:lstStyle>
            <a:lvl1pPr algn="r" indent="0" marL="0">
              <a:lnSpc>
                <a:spcPts val="1800"/>
              </a:lnSpc>
              <a:spcBef>
                <a:spcPts val="0"/>
              </a:spcBef>
              <a:spcAft>
                <a:spcPts val="0"/>
              </a:spcAft>
              <a:buNone/>
              <a:defRPr lang="en-US" sz="1400" dirty="0">
                <a:solidFill>
                  <a:srgbClr val="8A6100"/>
                </a:solidFill>
                <a:latin typeface="Source Code Pro" pitchFamily="34" charset="0"/>
                <a:ea typeface="Source Code Pro" pitchFamily="34" charset="-122"/>
                <a:cs typeface="Source Code Pro" pitchFamily="34" charset="-120"/>
              </a:defRPr>
            </a:lvl1pPr>
          </a:lstStyle>
          <a:p>
            <a:pPr algn="r" indent="0" marL="0">
              <a:lnSpc>
                <a:spcPts val="1800"/>
              </a:lnSpc>
              <a:buNone/>
            </a:pPr>
            <a:r>
              <a:rPr lang="en-US" sz="1400" dirty="0">
                <a:solidFill>
                  <a:srgbClr val="8A6100"/>
                </a:solidFill>
                <a:latin typeface="Source Code Pro" pitchFamily="34" charset="0"/>
                <a:ea typeface="Source Code Pro" pitchFamily="34" charset="-122"/>
                <a:cs typeface="Source Code Pro" pitchFamily="34" charset="-120"/>
              </a:rPr>
              <a:t>T+00</a:t>
            </a:r>
            <a:endParaRPr lang="en-US" sz="1400" dirty="0"/>
          </a:p>
        </p:txBody>
      </p:sp>
      <p:sp>
        <p:nvSpPr>
          <p:cNvPr id="21" name="Timing 2"/>
          <p:cNvSpPr>
            <a:spLocks noGrp="1"/>
          </p:cNvSpPr>
          <p:nvPr>
            <p:ph idx="119" type="body" hasCustomPrompt="1"/>
          </p:nvPr>
        </p:nvSpPr>
        <p:spPr>
          <a:xfrm>
            <a:off x="4617720" y="2011680"/>
            <a:ext cx="594360" cy="420624"/>
          </a:xfrm>
          <a:prstGeom prst="rect">
            <a:avLst/>
          </a:prstGeom>
          <a:noFill/>
          <a:ln/>
        </p:spPr>
        <p:txBody>
          <a:bodyPr wrap="square" rtlCol="0" lIns="0" tIns="0" rIns="0" bIns="0" anchor="ctr"/>
          <a:lstStyle>
            <a:lvl1pPr algn="r" indent="0" marL="0">
              <a:lnSpc>
                <a:spcPts val="1800"/>
              </a:lnSpc>
              <a:spcBef>
                <a:spcPts val="0"/>
              </a:spcBef>
              <a:spcAft>
                <a:spcPts val="0"/>
              </a:spcAft>
              <a:buNone/>
              <a:defRPr lang="en-US" sz="1400" dirty="0">
                <a:solidFill>
                  <a:srgbClr val="8A6100"/>
                </a:solidFill>
                <a:latin typeface="Source Code Pro" pitchFamily="34" charset="0"/>
                <a:ea typeface="Source Code Pro" pitchFamily="34" charset="-122"/>
                <a:cs typeface="Source Code Pro" pitchFamily="34" charset="-120"/>
              </a:defRPr>
            </a:lvl1pPr>
          </a:lstStyle>
          <a:p>
            <a:pPr algn="r" indent="0" marL="0">
              <a:lnSpc>
                <a:spcPts val="1800"/>
              </a:lnSpc>
              <a:buNone/>
            </a:pPr>
            <a:r>
              <a:rPr lang="en-US" sz="1400" dirty="0">
                <a:solidFill>
                  <a:srgbClr val="8A6100"/>
                </a:solidFill>
                <a:latin typeface="Source Code Pro" pitchFamily="34" charset="0"/>
                <a:ea typeface="Source Code Pro" pitchFamily="34" charset="-122"/>
                <a:cs typeface="Source Code Pro" pitchFamily="34" charset="-120"/>
              </a:rPr>
              <a:t>T+00</a:t>
            </a:r>
            <a:endParaRPr lang="en-US" sz="1400" dirty="0"/>
          </a:p>
        </p:txBody>
      </p:sp>
      <p:sp>
        <p:nvSpPr>
          <p:cNvPr id="22" name="Timing 3"/>
          <p:cNvSpPr>
            <a:spLocks noGrp="1"/>
          </p:cNvSpPr>
          <p:nvPr>
            <p:ph idx="120" type="body" hasCustomPrompt="1"/>
          </p:nvPr>
        </p:nvSpPr>
        <p:spPr>
          <a:xfrm>
            <a:off x="4617720" y="2688336"/>
            <a:ext cx="594360" cy="420624"/>
          </a:xfrm>
          <a:prstGeom prst="rect">
            <a:avLst/>
          </a:prstGeom>
          <a:noFill/>
          <a:ln/>
        </p:spPr>
        <p:txBody>
          <a:bodyPr wrap="square" rtlCol="0" lIns="0" tIns="0" rIns="0" bIns="0" anchor="ctr"/>
          <a:lstStyle>
            <a:lvl1pPr algn="r" indent="0" marL="0">
              <a:lnSpc>
                <a:spcPts val="1800"/>
              </a:lnSpc>
              <a:spcBef>
                <a:spcPts val="0"/>
              </a:spcBef>
              <a:spcAft>
                <a:spcPts val="0"/>
              </a:spcAft>
              <a:buNone/>
              <a:defRPr lang="en-US" sz="1400" dirty="0">
                <a:solidFill>
                  <a:srgbClr val="8A6100"/>
                </a:solidFill>
                <a:latin typeface="Source Code Pro" pitchFamily="34" charset="0"/>
                <a:ea typeface="Source Code Pro" pitchFamily="34" charset="-122"/>
                <a:cs typeface="Source Code Pro" pitchFamily="34" charset="-120"/>
              </a:defRPr>
            </a:lvl1pPr>
          </a:lstStyle>
          <a:p>
            <a:pPr algn="r" indent="0" marL="0">
              <a:lnSpc>
                <a:spcPts val="1800"/>
              </a:lnSpc>
              <a:buNone/>
            </a:pPr>
            <a:r>
              <a:rPr lang="en-US" sz="1400" dirty="0">
                <a:solidFill>
                  <a:srgbClr val="8A6100"/>
                </a:solidFill>
                <a:latin typeface="Source Code Pro" pitchFamily="34" charset="0"/>
                <a:ea typeface="Source Code Pro" pitchFamily="34" charset="-122"/>
                <a:cs typeface="Source Code Pro" pitchFamily="34" charset="-120"/>
              </a:rPr>
              <a:t>T+00</a:t>
            </a:r>
            <a:endParaRPr lang="en-US" sz="1400" dirty="0"/>
          </a:p>
        </p:txBody>
      </p:sp>
      <p:sp>
        <p:nvSpPr>
          <p:cNvPr id="23" name="Timing 4"/>
          <p:cNvSpPr>
            <a:spLocks noGrp="1"/>
          </p:cNvSpPr>
          <p:nvPr>
            <p:ph idx="121" type="body" hasCustomPrompt="1"/>
          </p:nvPr>
        </p:nvSpPr>
        <p:spPr>
          <a:xfrm>
            <a:off x="4617720" y="3364992"/>
            <a:ext cx="594360" cy="420624"/>
          </a:xfrm>
          <a:prstGeom prst="rect">
            <a:avLst/>
          </a:prstGeom>
          <a:noFill/>
          <a:ln/>
        </p:spPr>
        <p:txBody>
          <a:bodyPr wrap="square" rtlCol="0" lIns="0" tIns="0" rIns="0" bIns="0" anchor="ctr"/>
          <a:lstStyle>
            <a:lvl1pPr algn="r" indent="0" marL="0">
              <a:lnSpc>
                <a:spcPts val="1800"/>
              </a:lnSpc>
              <a:spcBef>
                <a:spcPts val="0"/>
              </a:spcBef>
              <a:spcAft>
                <a:spcPts val="0"/>
              </a:spcAft>
              <a:buNone/>
              <a:defRPr lang="en-US" sz="1400" dirty="0">
                <a:solidFill>
                  <a:srgbClr val="8A6100"/>
                </a:solidFill>
                <a:latin typeface="Source Code Pro" pitchFamily="34" charset="0"/>
                <a:ea typeface="Source Code Pro" pitchFamily="34" charset="-122"/>
                <a:cs typeface="Source Code Pro" pitchFamily="34" charset="-120"/>
              </a:defRPr>
            </a:lvl1pPr>
          </a:lstStyle>
          <a:p>
            <a:pPr algn="r" indent="0" marL="0">
              <a:lnSpc>
                <a:spcPts val="1800"/>
              </a:lnSpc>
              <a:buNone/>
            </a:pPr>
            <a:r>
              <a:rPr lang="en-US" sz="1400" dirty="0">
                <a:solidFill>
                  <a:srgbClr val="8A6100"/>
                </a:solidFill>
                <a:latin typeface="Source Code Pro" pitchFamily="34" charset="0"/>
                <a:ea typeface="Source Code Pro" pitchFamily="34" charset="-122"/>
                <a:cs typeface="Source Code Pro" pitchFamily="34" charset="-120"/>
              </a:rPr>
              <a:t>T+00</a:t>
            </a:r>
            <a:endParaRPr lang="en-US" sz="1400" dirty="0"/>
          </a:p>
        </p:txBody>
      </p:sp>
      <p:sp>
        <p:nvSpPr>
          <p:cNvPr id="24" name="Timing 5"/>
          <p:cNvSpPr>
            <a:spLocks noGrp="1"/>
          </p:cNvSpPr>
          <p:nvPr>
            <p:ph idx="122" type="body" hasCustomPrompt="1"/>
          </p:nvPr>
        </p:nvSpPr>
        <p:spPr>
          <a:xfrm>
            <a:off x="4617720" y="4041648"/>
            <a:ext cx="594360" cy="420624"/>
          </a:xfrm>
          <a:prstGeom prst="rect">
            <a:avLst/>
          </a:prstGeom>
          <a:noFill/>
          <a:ln/>
        </p:spPr>
        <p:txBody>
          <a:bodyPr wrap="square" rtlCol="0" lIns="0" tIns="0" rIns="0" bIns="0" anchor="ctr"/>
          <a:lstStyle>
            <a:lvl1pPr algn="r" indent="0" marL="0">
              <a:lnSpc>
                <a:spcPts val="1800"/>
              </a:lnSpc>
              <a:spcBef>
                <a:spcPts val="0"/>
              </a:spcBef>
              <a:spcAft>
                <a:spcPts val="0"/>
              </a:spcAft>
              <a:buNone/>
              <a:defRPr lang="en-US" sz="1400" dirty="0">
                <a:solidFill>
                  <a:srgbClr val="8A6100"/>
                </a:solidFill>
                <a:latin typeface="Source Code Pro" pitchFamily="34" charset="0"/>
                <a:ea typeface="Source Code Pro" pitchFamily="34" charset="-122"/>
                <a:cs typeface="Source Code Pro" pitchFamily="34" charset="-120"/>
              </a:defRPr>
            </a:lvl1pPr>
          </a:lstStyle>
          <a:p>
            <a:pPr algn="r" indent="0" marL="0">
              <a:lnSpc>
                <a:spcPts val="1800"/>
              </a:lnSpc>
              <a:buNone/>
            </a:pPr>
            <a:r>
              <a:rPr lang="en-US" sz="1400" dirty="0">
                <a:solidFill>
                  <a:srgbClr val="8A6100"/>
                </a:solidFill>
                <a:latin typeface="Source Code Pro" pitchFamily="34" charset="0"/>
                <a:ea typeface="Source Code Pro" pitchFamily="34" charset="-122"/>
                <a:cs typeface="Source Code Pro" pitchFamily="34" charset="-120"/>
              </a:rPr>
              <a:t>T+00</a:t>
            </a:r>
            <a:endParaRPr lang="en-US" sz="1400" dirty="0"/>
          </a:p>
        </p:txBody>
      </p:sp>
      <p:sp>
        <p:nvSpPr>
          <p:cNvPr id="25" name="panel"/>
          <p:cNvSpPr>
            <a:spLocks noGrp="1"/>
          </p:cNvSpPr>
          <p:nvPr>
            <p:ph idx="123" type="body" hasCustomPrompt="1"/>
          </p:nvPr>
        </p:nvSpPr>
        <p:spPr>
          <a:xfrm>
            <a:off x="5486400" y="1298448"/>
            <a:ext cx="3200400" cy="3017520"/>
          </a:xfrm>
          <a:prstGeom prst="rect">
            <a:avLst/>
          </a:prstGeom>
          <a:solidFill>
            <a:srgbClr val="003976"/>
          </a:solidFill>
          <a:ln/>
        </p:spPr>
        <p:txBody>
          <a:bodyPr wrap="square" rtlCol="0" lIns="237744" tIns="237744" rIns="237744" bIns="237744" anchor="t">
            <a:normAutofit/>
          </a:bodyPr>
          <a:lstStyle>
            <a:lvl1pPr algn="l" indent="0" marL="0">
              <a:lnSpc>
                <a:spcPct val="101000"/>
              </a:lnSpc>
              <a:spcBef>
                <a:spcPts val="0"/>
              </a:spcBef>
              <a:spcAft>
                <a:spcPts val="800"/>
              </a:spcAft>
              <a:buNone/>
              <a:defRPr lang="en-US" sz="1800" dirty="0">
                <a:solidFill>
                  <a:srgbClr val="FFFFFF"/>
                </a:solidFill>
                <a:latin typeface="Source Sans 3" pitchFamily="34" charset="0"/>
                <a:ea typeface="Source Sans 3" pitchFamily="34" charset="-122"/>
                <a:cs typeface="Source Sans 3" pitchFamily="34" charset="-120"/>
              </a:defRPr>
            </a:lvl1pPr>
            <a:lvl2pPr algn="l" indent="0" marL="0">
              <a:lnSpc>
                <a:spcPct val="102000"/>
              </a:lnSpc>
              <a:spcBef>
                <a:spcPts val="0"/>
              </a:spcBef>
              <a:spcAft>
                <a:spcPts val="800"/>
              </a:spcAft>
              <a:buNone/>
              <a:defRPr lang="en-US" sz="1400" dirty="0">
                <a:solidFill>
                  <a:srgbClr val="EFAB00"/>
                </a:solidFill>
                <a:latin typeface="Source Code Pro" pitchFamily="34" charset="0"/>
                <a:ea typeface="Source Code Pro" pitchFamily="34" charset="-122"/>
                <a:cs typeface="Source Code Pro" pitchFamily="34" charset="-120"/>
              </a:defRPr>
            </a:lvl2pPr>
            <a:lvl3pPr algn="l" indent="0" marL="0">
              <a:lnSpc>
                <a:spcPct val="102000"/>
              </a:lnSpc>
              <a:spcBef>
                <a:spcPts val="0"/>
              </a:spcBef>
              <a:spcAft>
                <a:spcPts val="800"/>
              </a:spcAft>
              <a:buNone/>
              <a:defRPr lang="en-US" sz="1400" dirty="0">
                <a:solidFill>
                  <a:srgbClr val="EFAB00"/>
                </a:solidFill>
                <a:latin typeface="Source Code Pro" pitchFamily="34" charset="0"/>
                <a:ea typeface="Source Code Pro" pitchFamily="34" charset="-122"/>
                <a:cs typeface="Source Code Pro" pitchFamily="34" charset="-120"/>
              </a:defRPr>
            </a:lvl3pPr>
            <a:lvl4pPr algn="l" indent="0" marL="0">
              <a:lnSpc>
                <a:spcPct val="102000"/>
              </a:lnSpc>
              <a:spcBef>
                <a:spcPts val="0"/>
              </a:spcBef>
              <a:spcAft>
                <a:spcPts val="800"/>
              </a:spcAft>
              <a:buNone/>
              <a:defRPr lang="en-US" sz="1400" dirty="0">
                <a:solidFill>
                  <a:srgbClr val="EFAB00"/>
                </a:solidFill>
                <a:latin typeface="Source Code Pro" pitchFamily="34" charset="0"/>
                <a:ea typeface="Source Code Pro" pitchFamily="34" charset="-122"/>
                <a:cs typeface="Source Code Pro" pitchFamily="34" charset="-120"/>
              </a:defRPr>
            </a:lvl4pPr>
            <a:lvl5pPr algn="l" indent="0" marL="0">
              <a:lnSpc>
                <a:spcPct val="102000"/>
              </a:lnSpc>
              <a:spcBef>
                <a:spcPts val="0"/>
              </a:spcBef>
              <a:spcAft>
                <a:spcPts val="800"/>
              </a:spcAft>
              <a:buNone/>
              <a:defRPr lang="en-US" sz="1400" dirty="0">
                <a:solidFill>
                  <a:srgbClr val="EFAB00"/>
                </a:solidFill>
                <a:latin typeface="Source Code Pro" pitchFamily="34" charset="0"/>
                <a:ea typeface="Source Code Pro" pitchFamily="34" charset="-122"/>
                <a:cs typeface="Source Code Pro" pitchFamily="34" charset="-120"/>
              </a:defRPr>
            </a:lvl5pPr>
          </a:lstStyle>
          <a:p>
            <a:pPr algn="l" indent="0" marL="0">
              <a:lnSpc>
                <a:spcPct val="101000"/>
              </a:lnSpc>
              <a:spcAft>
                <a:spcPts val="800"/>
              </a:spcAft>
              <a:buNone/>
            </a:pPr>
            <a:r>
              <a:rPr lang="en-US" sz="1800" dirty="0">
                <a:solidFill>
                  <a:srgbClr val="FFFFFF"/>
                </a:solidFill>
                <a:latin typeface="Source Sans 3" pitchFamily="34" charset="0"/>
                <a:ea typeface="Source Sans 3" pitchFamily="34" charset="-122"/>
                <a:cs typeface="Source Sans 3" pitchFamily="34" charset="-120"/>
              </a:rPr>
              <a:t>About the lab, or a session card (SESSION / DATE / DURATION / SPEAKER). Delete this panel for a plain agenda.</a:t>
            </a:r>
            <a:endParaRPr lang="en-US" sz="1800" dirty="0"/>
          </a:p>
        </p:txBody>
      </p:sp>
      <p:sp>
        <p:nvSpPr>
          <p:cNvPr id="26" name="Shape 10"/>
          <p:cNvSpPr/>
          <p:nvPr/>
        </p:nvSpPr>
        <p:spPr>
          <a:xfrm>
            <a:off x="457200" y="4590288"/>
            <a:ext cx="8229600" cy="0"/>
          </a:xfrm>
          <a:prstGeom prst="line">
            <a:avLst/>
          </a:prstGeom>
          <a:noFill/>
          <a:ln w="9525">
            <a:solidFill>
              <a:srgbClr val="D6DEE8"/>
            </a:solidFill>
            <a:prstDash val="solid"/>
          </a:ln>
        </p:spPr>
      </p:sp>
      <p:sp>
        <p:nvSpPr>
          <p:cNvPr id="27" name="Text 11"/>
          <p:cNvSpPr txBox="1"/>
          <p:nvPr/>
        </p:nvSpPr>
        <p:spPr>
          <a:xfrm>
            <a:off x="457200" y="4663440"/>
            <a:ext cx="6675120" cy="274320"/>
          </a:xfrm>
          <a:prstGeom prst="rect">
            <a:avLst/>
          </a:prstGeom>
          <a:noFill/>
          <a:ln/>
        </p:spPr>
        <p:txBody>
          <a:bodyPr wrap="square" lIns="0" tIns="0" rIns="0" bIns="0" rtlCol="0" anchor="ctr"/>
          <a:lstStyle/>
          <a:p>
            <a:pPr algn="l" indent="0" marL="0">
              <a:buNone/>
            </a:pPr>
            <a:r>
              <a:rPr lang="en-US" sz="1400" dirty="0">
                <a:solidFill>
                  <a:srgbClr val="4A5868"/>
                </a:solidFill>
                <a:latin typeface="Source Sans 3" pitchFamily="34" charset="0"/>
                <a:ea typeface="Source Sans 3" pitchFamily="34" charset="-122"/>
                <a:cs typeface="Source Sans 3" pitchFamily="34" charset="-120"/>
              </a:rPr>
              <a:t>Advanced Telerobotics Research Lab  ·  Kent State University</a:t>
            </a:r>
            <a:endParaRPr lang="en-US" sz="1400" dirty="0"/>
          </a:p>
        </p:txBody>
      </p:sp>
      <p:sp>
        <p:nvSpPr>
          <p:cNvPr id="28" name="Text 12"/>
          <p:cNvSpPr txBox="1"/>
          <p:nvPr/>
        </p:nvSpPr>
        <p:spPr>
          <a:xfrm>
            <a:off x="7315200" y="4663440"/>
            <a:ext cx="1371600" cy="274320"/>
          </a:xfrm>
          <a:prstGeom prst="rect">
            <a:avLst/>
          </a:prstGeom>
          <a:noFill/>
          <a:ln/>
        </p:spPr>
        <p:txBody>
          <a:bodyPr wrap="square" lIns="0" tIns="0" rIns="0" bIns="0" rtlCol="0" anchor="ctr"/>
          <a:lstStyle/>
          <a:p>
            <a:pPr algn="r" indent="0" marL="0">
              <a:buNone/>
            </a:pPr>
            <a:fld id="{8F4BF289-803B-4FF3-8CDD-63C38951AC4D}" type="slidenum">
              <a:rPr lang="en-US" sz="1400" dirty="0">
                <a:solidFill>
                  <a:srgbClr val="003976"/>
                </a:solidFill>
                <a:latin typeface="Source Code Pro" pitchFamily="34" charset="0"/>
                <a:ea typeface="Source Code Pro" pitchFamily="34" charset="-122"/>
                <a:cs typeface="Source Code Pro" pitchFamily="34" charset="-120"/>
              </a:rPr>
              <a:t>‹#›</a:t>
            </a:fld>
            <a:endParaRPr lang="en-US" sz="1400" dirty="0"/>
          </a:p>
        </p:txBody>
      </p:sp>
      <p:sp>
        <p:nvSpPr>
          <p:cNvPr id="29" name="Slide Number Placeholder"/>
          <p:cNvSpPr>
            <a:spLocks noGrp="1"/>
          </p:cNvSpPr>
          <p:nvPr>
            <p:ph type="sldNum" sz="quarter" idx="12"/>
          </p:nvPr>
        </p:nvSpPr>
        <p:spPr>
          <a:xfrm>
            <a:off x="7315200" y="4663440"/>
            <a:ext cx="1371600" cy="274320"/>
          </a:xfrm>
          <a:prstGeom prst="rect">
            <a:avLst/>
          </a:prstGeom>
        </p:spPr>
        <p:txBody>
          <a:bodyPr wrap="square" lIns="0" tIns="0" rIns="0" bIns="0" rtlCol="0" anchor="ctr"/>
          <a:lstStyle>
            <a:lvl1pPr algn="r">
              <a:lnSpc>
                <a:spcPts val="1800"/>
              </a:lnSpc>
              <a:buNone/>
              <a:defRPr sz="1400" kern="1200" lang="en-US" dirty="0">
                <a:solidFill>
                  <a:srgbClr val="003976"/>
                </a:solidFill>
                <a:latin typeface="Source Code Pro" pitchFamily="34" charset="0"/>
                <a:ea typeface="Source Code Pro" pitchFamily="34" charset="-122"/>
                <a:cs typeface="Source Code Pro" pitchFamily="34" charset="-120"/>
              </a:defRPr>
            </a:lvl1pPr>
          </a:lstStyle>
          <a:p>
            <a:fld id="{C23EE711-62BB-4AD3-BD55-4875680060DA}" type="slidenum">
              <a:rPr sz="1400" kern="1200" lang="en-US" dirty="0">
                <a:solidFill>
                  <a:srgbClr val="003976"/>
                </a:solidFill>
                <a:latin typeface="Source Code Pro" pitchFamily="34" charset="0"/>
                <a:ea typeface="Source Code Pro" pitchFamily="34" charset="-122"/>
                <a:cs typeface="Source Code Pro" pitchFamily="34" charset="-120"/>
              </a:rPr>
              <a:t>‹#›</a:t>
            </a:fld>
            <a:endParaRPr lang="en-US" sz="14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secHead">
  <p:cSld name="ATR - Section Divider">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    </p:cNvPr>
          <p:cNvPicPr>
            <a:picLocks noChangeAspect="1"/>
          </p:cNvPicPr>
          <p:nvPr/>
        </p:nvPicPr>
        <p:blipFill>
          <a:blip r:embed="rId1"/>
          <a:stretch>
            <a:fillRect/>
          </a:stretch>
        </p:blipFill>
        <p:spPr>
          <a:xfrm>
            <a:off x="0" y="0"/>
            <a:ext cx="9144000" cy="304800"/>
          </a:xfrm>
          <a:prstGeom prst="rect">
            <a:avLst/>
          </a:prstGeom>
        </p:spPr>
      </p:pic>
      <p:sp>
        <p:nvSpPr>
          <p:cNvPr id="3" name="Section number"/>
          <p:cNvSpPr>
            <a:spLocks noGrp="1"/>
          </p:cNvSpPr>
          <p:nvPr>
            <p:ph idx="101" type="body" hasCustomPrompt="1"/>
          </p:nvPr>
        </p:nvSpPr>
        <p:spPr>
          <a:xfrm>
            <a:off x="457200" y="1463040"/>
            <a:ext cx="1143000" cy="1143000"/>
          </a:xfrm>
          <a:prstGeom prst="rect">
            <a:avLst/>
          </a:prstGeom>
          <a:solidFill>
            <a:srgbClr val="003976"/>
          </a:solidFill>
          <a:ln/>
        </p:spPr>
        <p:txBody>
          <a:bodyPr wrap="square" rtlCol="0" lIns="0" tIns="0" rIns="0" bIns="0" anchor="ctr"/>
          <a:lstStyle>
            <a:lvl1pPr algn="ctr" indent="0" marL="0">
              <a:lnSpc>
                <a:spcPts val="6000"/>
              </a:lnSpc>
              <a:spcBef>
                <a:spcPts val="0"/>
              </a:spcBef>
              <a:spcAft>
                <a:spcPts val="0"/>
              </a:spcAft>
              <a:buNone/>
              <a:defRPr lang="en-US" sz="6000" b="1" dirty="0">
                <a:solidFill>
                  <a:srgbClr val="EFAB00"/>
                </a:solidFill>
                <a:latin typeface="Roboto Slab" pitchFamily="34" charset="0"/>
                <a:ea typeface="Roboto Slab" pitchFamily="34" charset="-122"/>
                <a:cs typeface="Roboto Slab" pitchFamily="34" charset="-120"/>
              </a:defRPr>
            </a:lvl1pPr>
          </a:lstStyle>
          <a:p>
            <a:pPr algn="ctr" indent="0" marL="0">
              <a:lnSpc>
                <a:spcPts val="6000"/>
              </a:lnSpc>
              <a:buNone/>
            </a:pPr>
            <a:r>
              <a:rPr lang="en-US" sz="6000" b="1" dirty="0">
                <a:solidFill>
                  <a:srgbClr val="EFAB00"/>
                </a:solidFill>
                <a:latin typeface="Roboto Slab" pitchFamily="34" charset="0"/>
                <a:ea typeface="Roboto Slab" pitchFamily="34" charset="-122"/>
                <a:cs typeface="Roboto Slab" pitchFamily="34" charset="-120"/>
              </a:rPr>
              <a:t>01</a:t>
            </a:r>
            <a:endParaRPr lang="en-US" sz="6000" dirty="0"/>
          </a:p>
        </p:txBody>
      </p:sp>
      <p:sp>
        <p:nvSpPr>
          <p:cNvPr id="4" name="Text 0"/>
          <p:cNvSpPr txBox="1"/>
          <p:nvPr/>
        </p:nvSpPr>
        <p:spPr>
          <a:xfrm>
            <a:off x="1874520" y="1444752"/>
            <a:ext cx="4572000" cy="274320"/>
          </a:xfrm>
          <a:prstGeom prst="rect">
            <a:avLst/>
          </a:prstGeom>
          <a:noFill/>
          <a:ln/>
        </p:spPr>
        <p:txBody>
          <a:bodyPr wrap="square" lIns="0" tIns="0" rIns="0" bIns="0" rtlCol="0" anchor="ctr"/>
          <a:lstStyle/>
          <a:p>
            <a:pPr algn="l" indent="0" marL="0">
              <a:lnSpc>
                <a:spcPts val="1800"/>
              </a:lnSpc>
              <a:buNone/>
            </a:pPr>
            <a:r>
              <a:rPr lang="en-US" sz="1400" b="1" spc="250" kern="0" dirty="0">
                <a:solidFill>
                  <a:srgbClr val="003976"/>
                </a:solidFill>
                <a:latin typeface="Source Sans 3" pitchFamily="34" charset="0"/>
                <a:ea typeface="Source Sans 3" pitchFamily="34" charset="-122"/>
                <a:cs typeface="Source Sans 3" pitchFamily="34" charset="-120"/>
              </a:rPr>
              <a:t>SECTION</a:t>
            </a:r>
            <a:endParaRPr lang="en-US" sz="1400" dirty="0"/>
          </a:p>
        </p:txBody>
      </p:sp>
      <p:sp>
        <p:nvSpPr>
          <p:cNvPr id="5" name="title"/>
          <p:cNvSpPr>
            <a:spLocks noGrp="1"/>
          </p:cNvSpPr>
          <p:nvPr>
            <p:ph idx="103" type="title" hasCustomPrompt="1"/>
          </p:nvPr>
        </p:nvSpPr>
        <p:spPr>
          <a:xfrm>
            <a:off x="1874520" y="1737360"/>
            <a:ext cx="4572000" cy="1243584"/>
          </a:xfrm>
          <a:prstGeom prst="rect">
            <a:avLst/>
          </a:prstGeom>
          <a:noFill/>
          <a:ln/>
        </p:spPr>
        <p:txBody>
          <a:bodyPr wrap="square" rtlCol="0" lIns="0" tIns="0" rIns="0" bIns="0" anchor="t">
            <a:normAutofit/>
          </a:bodyPr>
          <a:lstStyle>
            <a:lvl1pPr algn="l" indent="0" marL="0">
              <a:lnSpc>
                <a:spcPct val="82000"/>
              </a:lnSpc>
              <a:spcBef>
                <a:spcPts val="0"/>
              </a:spcBef>
              <a:spcAft>
                <a:spcPts val="0"/>
              </a:spcAft>
              <a:buNone/>
              <a:defRPr lang="en-US" sz="4400" b="1" dirty="0">
                <a:solidFill>
                  <a:srgbClr val="003976"/>
                </a:solidFill>
                <a:latin typeface="Source Sans 3" pitchFamily="34" charset="0"/>
                <a:ea typeface="Source Sans 3" pitchFamily="34" charset="-122"/>
                <a:cs typeface="Source Sans 3" pitchFamily="34" charset="-120"/>
              </a:defRPr>
            </a:lvl1pPr>
          </a:lstStyle>
          <a:p>
            <a:pPr algn="l" indent="0" marL="0">
              <a:lnSpc>
                <a:spcPct val="82000"/>
              </a:lnSpc>
              <a:buNone/>
            </a:pPr>
            <a:r>
              <a:rPr lang="en-US" sz="4400" b="1" dirty="0">
                <a:solidFill>
                  <a:srgbClr val="003976"/>
                </a:solidFill>
                <a:latin typeface="Source Sans 3" pitchFamily="34" charset="0"/>
                <a:ea typeface="Source Sans 3" pitchFamily="34" charset="-122"/>
                <a:cs typeface="Source Sans 3" pitchFamily="34" charset="-120"/>
              </a:rPr>
              <a:t>Section title</a:t>
            </a:r>
            <a:endParaRPr lang="en-US" sz="4400" dirty="0"/>
          </a:p>
        </p:txBody>
      </p:sp>
      <p:sp>
        <p:nvSpPr>
          <p:cNvPr id="6" name="subtitle"/>
          <p:cNvSpPr>
            <a:spLocks noGrp="1"/>
          </p:cNvSpPr>
          <p:nvPr>
            <p:ph idx="104" type="body" hasCustomPrompt="1"/>
          </p:nvPr>
        </p:nvSpPr>
        <p:spPr>
          <a:xfrm>
            <a:off x="1874520" y="3035808"/>
            <a:ext cx="4572000" cy="731520"/>
          </a:xfrm>
          <a:prstGeom prst="rect">
            <a:avLst/>
          </a:prstGeom>
          <a:noFill/>
          <a:ln/>
        </p:spPr>
        <p:txBody>
          <a:bodyPr wrap="square" rtlCol="0" lIns="0" tIns="0" rIns="0" bIns="0" anchor="t">
            <a:normAutofit/>
          </a:bodyPr>
          <a:lstStyle>
            <a:lvl1pPr algn="l" indent="0" marL="0">
              <a:lnSpc>
                <a:spcPct val="94000"/>
              </a:lnSpc>
              <a:spcBef>
                <a:spcPts val="0"/>
              </a:spcBef>
              <a:spcAft>
                <a:spcPts val="0"/>
              </a:spcAft>
              <a:buNone/>
              <a:defRPr lang="en-US" sz="2000" b="1" dirty="0">
                <a:solidFill>
                  <a:srgbClr val="1B2533"/>
                </a:solidFill>
                <a:latin typeface="Source Sans 3" pitchFamily="34" charset="0"/>
                <a:ea typeface="Source Sans 3" pitchFamily="34" charset="-122"/>
                <a:cs typeface="Source Sans 3" pitchFamily="34" charset="-120"/>
              </a:defRPr>
            </a:lvl1pPr>
          </a:lstStyle>
          <a:p>
            <a:pPr algn="l" indent="0" marL="0">
              <a:lnSpc>
                <a:spcPct val="94000"/>
              </a:lnSpc>
              <a:buNone/>
            </a:pPr>
            <a:r>
              <a:rPr lang="en-US" sz="2000" b="1" dirty="0">
                <a:solidFill>
                  <a:srgbClr val="1B2533"/>
                </a:solidFill>
                <a:latin typeface="Source Sans 3" pitchFamily="34" charset="0"/>
                <a:ea typeface="Source Sans 3" pitchFamily="34" charset="-122"/>
                <a:cs typeface="Source Sans 3" pitchFamily="34" charset="-120"/>
              </a:rPr>
              <a:t>One line on what this section covers</a:t>
            </a:r>
            <a:endParaRPr lang="en-US" sz="2000" dirty="0"/>
          </a:p>
        </p:txBody>
      </p:sp>
      <p:pic>
        <p:nvPicPr>
          <p:cNvPr id="7" name="Image 1" descr="Advanced Telerobotics Research logo">    </p:cNvPr>
          <p:cNvPicPr>
            <a:picLocks noChangeAspect="1"/>
          </p:cNvPicPr>
          <p:nvPr/>
        </p:nvPicPr>
        <p:blipFill>
          <a:blip r:embed="rId2"/>
          <a:stretch>
            <a:fillRect/>
          </a:stretch>
        </p:blipFill>
        <p:spPr>
          <a:xfrm>
            <a:off x="457200" y="4168750"/>
            <a:ext cx="1554480" cy="590702"/>
          </a:xfrm>
          <a:prstGeom prst="rect">
            <a:avLst/>
          </a:prstGeom>
        </p:spPr>
      </p:pic>
      <p:sp>
        <p:nvSpPr>
          <p:cNvPr id="8" name="Text 1"/>
          <p:cNvSpPr txBox="1"/>
          <p:nvPr/>
        </p:nvSpPr>
        <p:spPr>
          <a:xfrm>
            <a:off x="7315200" y="4663440"/>
            <a:ext cx="1371600" cy="274320"/>
          </a:xfrm>
          <a:prstGeom prst="rect">
            <a:avLst/>
          </a:prstGeom>
          <a:noFill/>
          <a:ln/>
        </p:spPr>
        <p:txBody>
          <a:bodyPr wrap="square" lIns="0" tIns="0" rIns="0" bIns="0" rtlCol="0" anchor="ctr"/>
          <a:lstStyle/>
          <a:p>
            <a:pPr algn="r" indent="0" marL="0">
              <a:buNone/>
            </a:pPr>
            <a:fld id="{91DBB414-BE34-478C-A252-49DE062A14B0}" type="slidenum">
              <a:rPr lang="en-US" sz="1400" dirty="0">
                <a:solidFill>
                  <a:srgbClr val="003976"/>
                </a:solidFill>
                <a:latin typeface="Source Code Pro" pitchFamily="34" charset="0"/>
                <a:ea typeface="Source Code Pro" pitchFamily="34" charset="-122"/>
                <a:cs typeface="Source Code Pro" pitchFamily="34" charset="-120"/>
              </a:rPr>
              <a:t>‹#›</a:t>
            </a:fld>
            <a:endParaRPr lang="en-US" sz="1400" dirty="0"/>
          </a:p>
        </p:txBody>
      </p:sp>
      <p:sp>
        <p:nvSpPr>
          <p:cNvPr id="9" name="Slide Number Placeholder"/>
          <p:cNvSpPr>
            <a:spLocks noGrp="1"/>
          </p:cNvSpPr>
          <p:nvPr>
            <p:ph type="sldNum" sz="quarter" idx="12"/>
          </p:nvPr>
        </p:nvSpPr>
        <p:spPr>
          <a:xfrm>
            <a:off x="7315200" y="4663440"/>
            <a:ext cx="1371600" cy="274320"/>
          </a:xfrm>
          <a:prstGeom prst="rect">
            <a:avLst/>
          </a:prstGeom>
        </p:spPr>
        <p:txBody>
          <a:bodyPr wrap="square" lIns="0" tIns="0" rIns="0" bIns="0" rtlCol="0" anchor="ctr"/>
          <a:lstStyle>
            <a:lvl1pPr algn="r">
              <a:lnSpc>
                <a:spcPts val="1800"/>
              </a:lnSpc>
              <a:buNone/>
              <a:defRPr sz="1400" kern="1200" lang="en-US" dirty="0">
                <a:solidFill>
                  <a:srgbClr val="003976"/>
                </a:solidFill>
                <a:latin typeface="Source Code Pro" pitchFamily="34" charset="0"/>
                <a:ea typeface="Source Code Pro" pitchFamily="34" charset="-122"/>
                <a:cs typeface="Source Code Pro" pitchFamily="34" charset="-120"/>
              </a:defRPr>
            </a:lvl1pPr>
          </a:lstStyle>
          <a:p>
            <a:fld id="{7DE12B4A-1A6D-4624-8363-9B1A87A1372A}" type="slidenum">
              <a:rPr sz="1400" kern="1200" lang="en-US" dirty="0">
                <a:solidFill>
                  <a:srgbClr val="003976"/>
                </a:solidFill>
                <a:latin typeface="Source Code Pro" pitchFamily="34" charset="0"/>
                <a:ea typeface="Source Code Pro" pitchFamily="34" charset="-122"/>
                <a:cs typeface="Source Code Pro" pitchFamily="34" charset="-120"/>
              </a:rPr>
              <a:t>‹#›</a:t>
            </a:fld>
            <a:endParaRPr lang="en-US" sz="1400"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type="secHead">
  <p:cSld name="ATR - Section Divider (Outline)">
    <p:bg>
      <p:bgPr>
        <a:solidFill>
          <a:srgbClr val="EFAB00"/>
        </a:solidFill>
      </p:bgPr>
    </p:bg>
    <p:spTree>
      <p:nvGrpSpPr>
        <p:cNvPr id="1" name=""/>
        <p:cNvGrpSpPr/>
        <p:nvPr/>
      </p:nvGrpSpPr>
      <p:grpSpPr>
        <a:xfrm>
          <a:off x="0" y="0"/>
          <a:ext cx="0" cy="0"/>
          <a:chOff x="0" y="0"/>
          <a:chExt cx="0" cy="0"/>
        </a:xfrm>
      </p:grpSpPr>
      <p:pic>
        <p:nvPicPr>
          <p:cNvPr id="2" name="Image 0" descr="">    </p:cNvPr>
          <p:cNvPicPr>
            <a:picLocks noChangeAspect="1"/>
          </p:cNvPicPr>
          <p:nvPr/>
        </p:nvPicPr>
        <p:blipFill>
          <a:blip r:embed="rId1"/>
          <a:stretch>
            <a:fillRect/>
          </a:stretch>
        </p:blipFill>
        <p:spPr>
          <a:xfrm>
            <a:off x="0" y="0"/>
            <a:ext cx="9144000" cy="304800"/>
          </a:xfrm>
          <a:prstGeom prst="rect">
            <a:avLst/>
          </a:prstGeom>
        </p:spPr>
      </p:pic>
      <p:sp>
        <p:nvSpPr>
          <p:cNvPr id="3" name="Section number"/>
          <p:cNvSpPr>
            <a:spLocks noGrp="1"/>
          </p:cNvSpPr>
          <p:nvPr>
            <p:ph idx="101" type="body" hasCustomPrompt="1"/>
          </p:nvPr>
        </p:nvSpPr>
        <p:spPr>
          <a:xfrm>
            <a:off x="457200" y="1463040"/>
            <a:ext cx="1143000" cy="1143000"/>
          </a:xfrm>
          <a:prstGeom prst="rect">
            <a:avLst/>
          </a:prstGeom>
          <a:solidFill>
            <a:srgbClr val="003976"/>
          </a:solidFill>
          <a:ln/>
        </p:spPr>
        <p:txBody>
          <a:bodyPr wrap="square" rtlCol="0" lIns="0" tIns="0" rIns="0" bIns="0" anchor="ctr"/>
          <a:lstStyle>
            <a:lvl1pPr algn="ctr" indent="0" marL="0">
              <a:lnSpc>
                <a:spcPts val="6000"/>
              </a:lnSpc>
              <a:spcBef>
                <a:spcPts val="0"/>
              </a:spcBef>
              <a:spcAft>
                <a:spcPts val="0"/>
              </a:spcAft>
              <a:buNone/>
              <a:defRPr lang="en-US" sz="6000" b="1" dirty="0">
                <a:solidFill>
                  <a:srgbClr val="EFAB00"/>
                </a:solidFill>
                <a:latin typeface="Roboto Slab" pitchFamily="34" charset="0"/>
                <a:ea typeface="Roboto Slab" pitchFamily="34" charset="-122"/>
                <a:cs typeface="Roboto Slab" pitchFamily="34" charset="-120"/>
              </a:defRPr>
            </a:lvl1pPr>
          </a:lstStyle>
          <a:p>
            <a:pPr algn="ctr" indent="0" marL="0">
              <a:lnSpc>
                <a:spcPts val="6000"/>
              </a:lnSpc>
              <a:buNone/>
            </a:pPr>
            <a:r>
              <a:rPr lang="en-US" sz="6000" b="1" dirty="0">
                <a:solidFill>
                  <a:srgbClr val="EFAB00"/>
                </a:solidFill>
                <a:latin typeface="Roboto Slab" pitchFamily="34" charset="0"/>
                <a:ea typeface="Roboto Slab" pitchFamily="34" charset="-122"/>
                <a:cs typeface="Roboto Slab" pitchFamily="34" charset="-120"/>
              </a:rPr>
              <a:t>01</a:t>
            </a:r>
            <a:endParaRPr lang="en-US" sz="6000" dirty="0"/>
          </a:p>
        </p:txBody>
      </p:sp>
      <p:sp>
        <p:nvSpPr>
          <p:cNvPr id="4" name="Text 0"/>
          <p:cNvSpPr txBox="1"/>
          <p:nvPr/>
        </p:nvSpPr>
        <p:spPr>
          <a:xfrm>
            <a:off x="1874520" y="1444752"/>
            <a:ext cx="4023360" cy="274320"/>
          </a:xfrm>
          <a:prstGeom prst="rect">
            <a:avLst/>
          </a:prstGeom>
          <a:noFill/>
          <a:ln/>
        </p:spPr>
        <p:txBody>
          <a:bodyPr wrap="square" lIns="0" tIns="0" rIns="0" bIns="0" rtlCol="0" anchor="ctr"/>
          <a:lstStyle/>
          <a:p>
            <a:pPr algn="l" indent="0" marL="0">
              <a:lnSpc>
                <a:spcPts val="1800"/>
              </a:lnSpc>
              <a:buNone/>
            </a:pPr>
            <a:r>
              <a:rPr lang="en-US" sz="1400" b="1" spc="250" kern="0" dirty="0">
                <a:solidFill>
                  <a:srgbClr val="003976"/>
                </a:solidFill>
                <a:latin typeface="Source Sans 3" pitchFamily="34" charset="0"/>
                <a:ea typeface="Source Sans 3" pitchFamily="34" charset="-122"/>
                <a:cs typeface="Source Sans 3" pitchFamily="34" charset="-120"/>
              </a:rPr>
              <a:t>SECTION</a:t>
            </a:r>
            <a:endParaRPr lang="en-US" sz="1400" dirty="0"/>
          </a:p>
        </p:txBody>
      </p:sp>
      <p:sp>
        <p:nvSpPr>
          <p:cNvPr id="5" name="title"/>
          <p:cNvSpPr>
            <a:spLocks noGrp="1"/>
          </p:cNvSpPr>
          <p:nvPr>
            <p:ph idx="103" type="title" hasCustomPrompt="1"/>
          </p:nvPr>
        </p:nvSpPr>
        <p:spPr>
          <a:xfrm>
            <a:off x="1874520" y="1737360"/>
            <a:ext cx="4023360" cy="1243584"/>
          </a:xfrm>
          <a:prstGeom prst="rect">
            <a:avLst/>
          </a:prstGeom>
          <a:noFill/>
          <a:ln/>
        </p:spPr>
        <p:txBody>
          <a:bodyPr wrap="square" rtlCol="0" lIns="0" tIns="0" rIns="0" bIns="0" anchor="t">
            <a:normAutofit/>
          </a:bodyPr>
          <a:lstStyle>
            <a:lvl1pPr algn="l" indent="0" marL="0">
              <a:lnSpc>
                <a:spcPct val="83000"/>
              </a:lnSpc>
              <a:spcBef>
                <a:spcPts val="0"/>
              </a:spcBef>
              <a:spcAft>
                <a:spcPts val="0"/>
              </a:spcAft>
              <a:buNone/>
              <a:defRPr lang="en-US" sz="4000" b="1" dirty="0">
                <a:solidFill>
                  <a:srgbClr val="003976"/>
                </a:solidFill>
                <a:latin typeface="Source Sans 3" pitchFamily="34" charset="0"/>
                <a:ea typeface="Source Sans 3" pitchFamily="34" charset="-122"/>
                <a:cs typeface="Source Sans 3" pitchFamily="34" charset="-120"/>
              </a:defRPr>
            </a:lvl1pPr>
          </a:lstStyle>
          <a:p>
            <a:pPr algn="l" indent="0" marL="0">
              <a:lnSpc>
                <a:spcPct val="83000"/>
              </a:lnSpc>
              <a:buNone/>
            </a:pPr>
            <a:r>
              <a:rPr lang="en-US" sz="4000" b="1" dirty="0">
                <a:solidFill>
                  <a:srgbClr val="003976"/>
                </a:solidFill>
                <a:latin typeface="Source Sans 3" pitchFamily="34" charset="0"/>
                <a:ea typeface="Source Sans 3" pitchFamily="34" charset="-122"/>
                <a:cs typeface="Source Sans 3" pitchFamily="34" charset="-120"/>
              </a:rPr>
              <a:t>Section title</a:t>
            </a:r>
            <a:endParaRPr lang="en-US" sz="4000" dirty="0"/>
          </a:p>
        </p:txBody>
      </p:sp>
      <p:sp>
        <p:nvSpPr>
          <p:cNvPr id="6" name="subtitle"/>
          <p:cNvSpPr>
            <a:spLocks noGrp="1"/>
          </p:cNvSpPr>
          <p:nvPr>
            <p:ph idx="104" type="body" hasCustomPrompt="1"/>
          </p:nvPr>
        </p:nvSpPr>
        <p:spPr>
          <a:xfrm>
            <a:off x="1874520" y="3035808"/>
            <a:ext cx="4023360" cy="731520"/>
          </a:xfrm>
          <a:prstGeom prst="rect">
            <a:avLst/>
          </a:prstGeom>
          <a:noFill/>
          <a:ln/>
        </p:spPr>
        <p:txBody>
          <a:bodyPr wrap="square" rtlCol="0" lIns="0" tIns="0" rIns="0" bIns="0" anchor="t">
            <a:normAutofit/>
          </a:bodyPr>
          <a:lstStyle>
            <a:lvl1pPr algn="l" indent="0" marL="0">
              <a:lnSpc>
                <a:spcPct val="94000"/>
              </a:lnSpc>
              <a:spcBef>
                <a:spcPts val="0"/>
              </a:spcBef>
              <a:spcAft>
                <a:spcPts val="0"/>
              </a:spcAft>
              <a:buNone/>
              <a:defRPr lang="en-US" sz="2000" b="1" dirty="0">
                <a:solidFill>
                  <a:srgbClr val="1B2533"/>
                </a:solidFill>
                <a:latin typeface="Source Sans 3" pitchFamily="34" charset="0"/>
                <a:ea typeface="Source Sans 3" pitchFamily="34" charset="-122"/>
                <a:cs typeface="Source Sans 3" pitchFamily="34" charset="-120"/>
              </a:defRPr>
            </a:lvl1pPr>
          </a:lstStyle>
          <a:p>
            <a:pPr algn="l" indent="0" marL="0">
              <a:lnSpc>
                <a:spcPct val="94000"/>
              </a:lnSpc>
              <a:buNone/>
            </a:pPr>
            <a:r>
              <a:rPr lang="en-US" sz="2000" b="1" dirty="0">
                <a:solidFill>
                  <a:srgbClr val="1B2533"/>
                </a:solidFill>
                <a:latin typeface="Source Sans 3" pitchFamily="34" charset="0"/>
                <a:ea typeface="Source Sans 3" pitchFamily="34" charset="-122"/>
                <a:cs typeface="Source Sans 3" pitchFamily="34" charset="-120"/>
              </a:rPr>
              <a:t>One line on what this section covers</a:t>
            </a:r>
            <a:endParaRPr lang="en-US" sz="2000" dirty="0"/>
          </a:p>
        </p:txBody>
      </p:sp>
      <p:pic>
        <p:nvPicPr>
          <p:cNvPr id="7" name="Image 1" descr="Advanced Telerobotics Research logo">    </p:cNvPr>
          <p:cNvPicPr>
            <a:picLocks noChangeAspect="1"/>
          </p:cNvPicPr>
          <p:nvPr/>
        </p:nvPicPr>
        <p:blipFill>
          <a:blip r:embed="rId2"/>
          <a:stretch>
            <a:fillRect/>
          </a:stretch>
        </p:blipFill>
        <p:spPr>
          <a:xfrm>
            <a:off x="457200" y="4168750"/>
            <a:ext cx="1554480" cy="590702"/>
          </a:xfrm>
          <a:prstGeom prst="rect">
            <a:avLst/>
          </a:prstGeom>
        </p:spPr>
      </p:pic>
      <p:sp>
        <p:nvSpPr>
          <p:cNvPr id="8" name="Text 1"/>
          <p:cNvSpPr txBox="1"/>
          <p:nvPr/>
        </p:nvSpPr>
        <p:spPr>
          <a:xfrm>
            <a:off x="7315200" y="4663440"/>
            <a:ext cx="1371600" cy="274320"/>
          </a:xfrm>
          <a:prstGeom prst="rect">
            <a:avLst/>
          </a:prstGeom>
          <a:noFill/>
          <a:ln/>
        </p:spPr>
        <p:txBody>
          <a:bodyPr wrap="square" lIns="0" tIns="0" rIns="0" bIns="0" rtlCol="0" anchor="ctr"/>
          <a:lstStyle/>
          <a:p>
            <a:pPr algn="r" indent="0" marL="0">
              <a:buNone/>
            </a:pPr>
            <a:fld id="{32EC0C64-E587-4ABF-8EA0-FC939C923333}" type="slidenum">
              <a:rPr lang="en-US" sz="1400" dirty="0">
                <a:solidFill>
                  <a:srgbClr val="003976"/>
                </a:solidFill>
                <a:latin typeface="Source Code Pro" pitchFamily="34" charset="0"/>
                <a:ea typeface="Source Code Pro" pitchFamily="34" charset="-122"/>
                <a:cs typeface="Source Code Pro" pitchFamily="34" charset="-120"/>
              </a:rPr>
              <a:t>‹#›</a:t>
            </a:fld>
            <a:endParaRPr lang="en-US" sz="1400" dirty="0"/>
          </a:p>
        </p:txBody>
      </p:sp>
      <p:sp>
        <p:nvSpPr>
          <p:cNvPr id="10" name="Slide Number Placeholder"/>
          <p:cNvSpPr>
            <a:spLocks noGrp="1"/>
          </p:cNvSpPr>
          <p:nvPr>
            <p:ph type="sldNum" sz="quarter" idx="12"/>
          </p:nvPr>
        </p:nvSpPr>
        <p:spPr>
          <a:xfrm>
            <a:off x="7315200" y="4663440"/>
            <a:ext cx="1371600" cy="274320"/>
          </a:xfrm>
          <a:prstGeom prst="rect">
            <a:avLst/>
          </a:prstGeom>
        </p:spPr>
        <p:txBody>
          <a:bodyPr wrap="square" lIns="0" tIns="0" rIns="0" bIns="0" rtlCol="0" anchor="ctr"/>
          <a:lstStyle>
            <a:lvl1pPr algn="r">
              <a:lnSpc>
                <a:spcPts val="1800"/>
              </a:lnSpc>
              <a:buNone/>
              <a:defRPr sz="1400" kern="1200" lang="en-US" dirty="0">
                <a:solidFill>
                  <a:srgbClr val="003976"/>
                </a:solidFill>
                <a:latin typeface="Source Code Pro" pitchFamily="34" charset="0"/>
                <a:ea typeface="Source Code Pro" pitchFamily="34" charset="-122"/>
                <a:cs typeface="Source Code Pro" pitchFamily="34" charset="-120"/>
              </a:defRPr>
            </a:lvl1pPr>
          </a:lstStyle>
          <a:p>
            <a:fld id="{3F9C1F32-B309-42B3-BAC1-3D10D349C64B}" type="slidenum">
              <a:rPr sz="1400" kern="1200" lang="en-US" dirty="0">
                <a:solidFill>
                  <a:srgbClr val="003976"/>
                </a:solidFill>
                <a:latin typeface="Source Code Pro" pitchFamily="34" charset="0"/>
                <a:ea typeface="Source Code Pro" pitchFamily="34" charset="-122"/>
                <a:cs typeface="Source Code Pro" pitchFamily="34" charset="-120"/>
              </a:rPr>
              <a:t>‹#›</a:t>
            </a:fld>
            <a:endParaRPr lang="en-US" sz="1400" dirty="0"/>
          </a:p>
        </p:txBody>
      </p:sp>
      <p:sp>
        <p:nvSpPr>
          <p:cNvPr id="9" name="Outline"/>
          <p:cNvSpPr>
            <a:spLocks noGrp="1"/>
          </p:cNvSpPr>
          <p:nvPr>
            <p:ph idx="107" type="body" hasCustomPrompt="1"/>
          </p:nvPr>
        </p:nvSpPr>
        <p:spPr>
          <a:xfrm>
            <a:off x="6126480" y="1481328"/>
            <a:ext cx="2468880" cy="2743200"/>
          </a:xfrm>
          <a:prstGeom prst="rect">
            <a:avLst/>
          </a:prstGeom>
          <a:noFill/>
          <a:ln/>
        </p:spPr>
        <p:txBody>
          <a:bodyPr wrap="square" rtlCol="0" lIns="0" tIns="0" rIns="0" bIns="0" anchor="t">
            <a:normAutofit/>
          </a:bodyPr>
          <a:lstStyle>
            <a:lvl1pPr algn="l" indent="-347472" marL="347472">
              <a:lnSpc>
                <a:spcPct val="94000"/>
              </a:lnSpc>
              <a:spcBef>
                <a:spcPts val="0"/>
              </a:spcBef>
              <a:spcAft>
                <a:spcPts val="1400"/>
              </a:spcAft>
              <a:buNone/>
              <a:tabLst>
                <a:tab pos="347472" algn="l"/>
              </a:tabLst>
              <a:defRPr lang="en-US" sz="1600" dirty="0">
                <a:solidFill>
                  <a:srgbClr val="003976"/>
                </a:solidFill>
                <a:latin typeface="Source Sans 3" pitchFamily="34" charset="0"/>
                <a:ea typeface="Source Sans 3" pitchFamily="34" charset="-122"/>
                <a:cs typeface="Source Sans 3" pitchFamily="34" charset="-120"/>
              </a:defRPr>
            </a:lvl1pPr>
          </a:lstStyle>
          <a:p>
            <a:pPr algn="l" indent="-347472" marL="347472">
              <a:lnSpc>
                <a:spcPct val="94000"/>
              </a:lnSpc>
              <a:spcAft>
                <a:spcPts val="1400"/>
              </a:spcAft>
              <a:buNone/>
            </a:pPr>
            <a:r>
              <a:rPr lang="en-US" sz="1600" dirty="0">
                <a:solidFill>
                  <a:srgbClr val="003976"/>
                </a:solidFill>
                <a:latin typeface="Source Sans 3" pitchFamily="34" charset="0"/>
                <a:ea typeface="Source Sans 3" pitchFamily="34" charset="-122"/>
                <a:cs typeface="Source Sans 3" pitchFamily="34" charset="-120"/>
              </a:rPr>
              <a:t>01	Section one</a:t>
            </a:r>
            <a:endParaRPr lang="en-US" sz="1600" dirty="0"/>
          </a:p>
          <a:p>
            <a:pPr algn="l" indent="-347472" marL="347472">
              <a:lnSpc>
                <a:spcPct val="94000"/>
              </a:lnSpc>
              <a:spcAft>
                <a:spcPts val="1400"/>
              </a:spcAft>
              <a:buNone/>
              <a:tabLst>
                <a:tab pos="347472" algn="l"/>
              </a:tabLst>
            </a:pPr>
            <a:r>
              <a:rPr lang="en-US" sz="1600" dirty="0">
                <a:solidFill>
                  <a:srgbClr val="003976"/>
                </a:solidFill>
                <a:latin typeface="Source Sans 3" pitchFamily="34" charset="0"/>
                <a:ea typeface="Source Sans 3" pitchFamily="34" charset="-122"/>
                <a:cs typeface="Source Sans 3" pitchFamily="34" charset="-120"/>
              </a:rPr>
              <a:t>02	Section two</a:t>
            </a:r>
            <a:endParaRPr lang="en-US" sz="1600"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type="obj">
  <p:cSld name="ATR - Title + 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66928" cy="566928"/>
          </a:xfrm>
          <a:prstGeom prst="rect">
            <a:avLst/>
          </a:prstGeom>
          <a:solidFill>
            <a:srgbClr val="EFAB00"/>
          </a:solidFill>
          <a:ln w="12700">
            <a:solidFill>
              <a:srgbClr val="EFAB00"/>
            </a:solidFill>
            <a:prstDash val="solid"/>
          </a:ln>
        </p:spPr>
      </p:sp>
      <p:pic>
        <p:nvPicPr>
          <p:cNvPr id="3" name="Image 0" descr="ATR Lab mark">    </p:cNvPr>
          <p:cNvPicPr>
            <a:picLocks noChangeAspect="1"/>
          </p:cNvPicPr>
          <p:nvPr/>
        </p:nvPicPr>
        <p:blipFill>
          <a:blip r:embed="rId1"/>
          <a:stretch>
            <a:fillRect/>
          </a:stretch>
        </p:blipFill>
        <p:spPr>
          <a:xfrm>
            <a:off x="563453" y="484632"/>
            <a:ext cx="354421" cy="365760"/>
          </a:xfrm>
          <a:prstGeom prst="rect">
            <a:avLst/>
          </a:prstGeom>
        </p:spPr>
      </p:pic>
      <p:sp>
        <p:nvSpPr>
          <p:cNvPr id="4" name="eyebrow"/>
          <p:cNvSpPr>
            <a:spLocks noGrp="1"/>
          </p:cNvSpPr>
          <p:nvPr>
            <p:ph idx="102" type="body" hasCustomPrompt="1"/>
          </p:nvPr>
        </p:nvSpPr>
        <p:spPr>
          <a:xfrm>
            <a:off x="1207008" y="329184"/>
            <a:ext cx="7479792" cy="274320"/>
          </a:xfrm>
          <a:prstGeom prst="rect">
            <a:avLst/>
          </a:prstGeom>
          <a:noFill/>
          <a:ln/>
        </p:spPr>
        <p:txBody>
          <a:bodyPr wrap="square" rtlCol="0" lIns="0" tIns="0" rIns="0" bIns="0" anchor="ctr">
            <a:normAutofit/>
          </a:bodyPr>
          <a:lstStyle>
            <a:lvl1pPr algn="l" indent="0" marL="0">
              <a:lnSpc>
                <a:spcPct val="97000"/>
              </a:lnSpc>
              <a:spcBef>
                <a:spcPts val="0"/>
              </a:spcBef>
              <a:spcAft>
                <a:spcPts val="0"/>
              </a:spcAft>
              <a:buNone/>
              <a:defRPr lang="en-US" sz="1400" b="1" spc="250" kern="0" dirty="0">
                <a:solidFill>
                  <a:srgbClr val="8A6100"/>
                </a:solidFill>
                <a:latin typeface="Source Sans 3" pitchFamily="34" charset="0"/>
                <a:ea typeface="Source Sans 3" pitchFamily="34" charset="-122"/>
                <a:cs typeface="Source Sans 3" pitchFamily="34" charset="-120"/>
              </a:defRPr>
            </a:lvl1pPr>
          </a:lstStyle>
          <a:p>
            <a:pPr algn="l" indent="0" marL="0">
              <a:lnSpc>
                <a:spcPct val="97000"/>
              </a:lnSpc>
              <a:buNone/>
            </a:pPr>
            <a:r>
              <a:rPr lang="en-US" sz="1400" b="1" spc="250" kern="0" dirty="0">
                <a:solidFill>
                  <a:srgbClr val="8A6100"/>
                </a:solidFill>
                <a:latin typeface="Source Sans 3" pitchFamily="34" charset="0"/>
                <a:ea typeface="Source Sans 3" pitchFamily="34" charset="-122"/>
                <a:cs typeface="Source Sans 3" pitchFamily="34" charset="-120"/>
              </a:rPr>
              <a:t>SECTION 00  ·  SECTION NAME</a:t>
            </a:r>
            <a:endParaRPr lang="en-US" sz="1400" dirty="0"/>
          </a:p>
        </p:txBody>
      </p:sp>
      <p:sp>
        <p:nvSpPr>
          <p:cNvPr id="5" name="title"/>
          <p:cNvSpPr>
            <a:spLocks noGrp="1"/>
          </p:cNvSpPr>
          <p:nvPr>
            <p:ph idx="103" type="title" hasCustomPrompt="1"/>
          </p:nvPr>
        </p:nvSpPr>
        <p:spPr>
          <a:xfrm>
            <a:off x="1207008" y="566928"/>
            <a:ext cx="7479792" cy="475488"/>
          </a:xfrm>
          <a:prstGeom prst="rect">
            <a:avLst/>
          </a:prstGeom>
          <a:noFill/>
          <a:ln/>
        </p:spPr>
        <p:txBody>
          <a:bodyPr wrap="square" rtlCol="0" lIns="0" tIns="0" rIns="0" bIns="0" anchor="t">
            <a:normAutofit/>
          </a:bodyPr>
          <a:lstStyle>
            <a:lvl1pPr algn="l" indent="0" marL="0">
              <a:lnSpc>
                <a:spcPct val="85000"/>
              </a:lnSpc>
              <a:spcBef>
                <a:spcPts val="0"/>
              </a:spcBef>
              <a:spcAft>
                <a:spcPts val="0"/>
              </a:spcAft>
              <a:buNone/>
              <a:defRPr lang="en-US" sz="3200" b="1" dirty="0">
                <a:solidFill>
                  <a:srgbClr val="003976"/>
                </a:solidFill>
                <a:latin typeface="Source Sans 3" pitchFamily="34" charset="0"/>
                <a:ea typeface="Source Sans 3" pitchFamily="34" charset="-122"/>
                <a:cs typeface="Source Sans 3" pitchFamily="34" charset="-120"/>
              </a:defRPr>
            </a:lvl1pPr>
          </a:lstStyle>
          <a:p>
            <a:pPr algn="l" indent="0" marL="0">
              <a:lnSpc>
                <a:spcPct val="85000"/>
              </a:lnSpc>
              <a:buNone/>
            </a:pPr>
            <a:r>
              <a:rPr lang="en-US" sz="3200" b="1" dirty="0">
                <a:solidFill>
                  <a:srgbClr val="003976"/>
                </a:solidFill>
                <a:latin typeface="Source Sans 3" pitchFamily="34" charset="0"/>
                <a:ea typeface="Source Sans 3" pitchFamily="34" charset="-122"/>
                <a:cs typeface="Source Sans 3" pitchFamily="34" charset="-120"/>
              </a:rPr>
              <a:t>Slide title, one line, sentence case</a:t>
            </a:r>
            <a:endParaRPr lang="en-US" sz="3200" dirty="0"/>
          </a:p>
        </p:txBody>
      </p:sp>
      <p:sp>
        <p:nvSpPr>
          <p:cNvPr id="6" name="body"/>
          <p:cNvSpPr>
            <a:spLocks noGrp="1"/>
          </p:cNvSpPr>
          <p:nvPr>
            <p:ph idx="104" type="body" hasCustomPrompt="1"/>
          </p:nvPr>
        </p:nvSpPr>
        <p:spPr>
          <a:xfrm>
            <a:off x="457200" y="1298448"/>
            <a:ext cx="5029200" cy="3017520"/>
          </a:xfrm>
          <a:prstGeom prst="rect">
            <a:avLst/>
          </a:prstGeom>
          <a:noFill/>
          <a:ln/>
        </p:spPr>
        <p:txBody>
          <a:bodyPr wrap="square" rtlCol="0" lIns="0" tIns="0" rIns="0" bIns="0" anchor="t">
            <a:normAutofit/>
          </a:bodyPr>
          <a:lstStyle>
            <a:lvl1pPr algn="l" marL="203200" indent="-203200">
              <a:lnSpc>
                <a:spcPct val="101000"/>
              </a:lnSpc>
              <a:spcBef>
                <a:spcPts val="0"/>
              </a:spcBef>
              <a:spcAft>
                <a:spcPts val="800"/>
              </a:spcAft>
              <a:buSzPct val="100000"/>
              <a:buChar char="▸"/>
              <a:defRPr lang="en-US" sz="1800" dirty="0">
                <a:solidFill>
                  <a:srgbClr val="1B2533"/>
                </a:solidFill>
                <a:latin typeface="Source Sans 3" pitchFamily="34" charset="0"/>
                <a:ea typeface="Source Sans 3" pitchFamily="34" charset="-122"/>
                <a:cs typeface="Source Sans 3" pitchFamily="34" charset="-120"/>
              </a:defRPr>
            </a:lvl1pPr>
            <a:lvl2pPr algn="l" marL="406196" indent="-202996">
              <a:lnSpc>
                <a:spcPct val="94000"/>
              </a:lnSpc>
              <a:spcBef>
                <a:spcPts val="0"/>
              </a:spcBef>
              <a:spcAft>
                <a:spcPts val="800"/>
              </a:spcAft>
              <a:buSzPct val="100000"/>
              <a:buFont typeface="Source Sans 3" pitchFamily="34" charset="0"/>
              <a:buChar char="▹"/>
              <a:defRPr lang="en-US" sz="1600" dirty="0">
                <a:solidFill>
                  <a:srgbClr val="4A5868"/>
                </a:solidFill>
                <a:latin typeface="Source Sans 3" pitchFamily="34" charset="0"/>
                <a:ea typeface="Source Sans 3" pitchFamily="34" charset="-122"/>
                <a:cs typeface="Source Sans 3" pitchFamily="34" charset="-120"/>
              </a:defRPr>
            </a:lvl2pPr>
            <a:lvl3pPr algn="l" marL="609193" indent="-202996">
              <a:lnSpc>
                <a:spcPct val="94000"/>
              </a:lnSpc>
              <a:spcBef>
                <a:spcPts val="0"/>
              </a:spcBef>
              <a:spcAft>
                <a:spcPts val="800"/>
              </a:spcAft>
              <a:buSzPct val="100000"/>
              <a:buFont typeface="Source Sans 3" pitchFamily="34" charset="0"/>
              <a:buChar char="▹"/>
              <a:defRPr lang="en-US" sz="1600" dirty="0">
                <a:solidFill>
                  <a:srgbClr val="4A5868"/>
                </a:solidFill>
                <a:latin typeface="Source Sans 3" pitchFamily="34" charset="0"/>
                <a:ea typeface="Source Sans 3" pitchFamily="34" charset="-122"/>
                <a:cs typeface="Source Sans 3" pitchFamily="34" charset="-120"/>
              </a:defRPr>
            </a:lvl3pPr>
            <a:lvl4pPr algn="l" marL="812190" indent="-202996">
              <a:lnSpc>
                <a:spcPct val="94000"/>
              </a:lnSpc>
              <a:spcBef>
                <a:spcPts val="0"/>
              </a:spcBef>
              <a:spcAft>
                <a:spcPts val="800"/>
              </a:spcAft>
              <a:buSzPct val="100000"/>
              <a:buFont typeface="Source Sans 3" pitchFamily="34" charset="0"/>
              <a:buChar char="▹"/>
              <a:defRPr lang="en-US" sz="1600" dirty="0">
                <a:solidFill>
                  <a:srgbClr val="4A5868"/>
                </a:solidFill>
                <a:latin typeface="Source Sans 3" pitchFamily="34" charset="0"/>
                <a:ea typeface="Source Sans 3" pitchFamily="34" charset="-122"/>
                <a:cs typeface="Source Sans 3" pitchFamily="34" charset="-120"/>
              </a:defRPr>
            </a:lvl4pPr>
            <a:lvl5pPr algn="l" marL="1015187" indent="-202996">
              <a:lnSpc>
                <a:spcPct val="94000"/>
              </a:lnSpc>
              <a:spcBef>
                <a:spcPts val="0"/>
              </a:spcBef>
              <a:spcAft>
                <a:spcPts val="800"/>
              </a:spcAft>
              <a:buSzPct val="100000"/>
              <a:buFont typeface="Source Sans 3" pitchFamily="34" charset="0"/>
              <a:buChar char="▹"/>
              <a:defRPr lang="en-US" sz="1600" dirty="0">
                <a:solidFill>
                  <a:srgbClr val="4A5868"/>
                </a:solidFill>
                <a:latin typeface="Source Sans 3" pitchFamily="34" charset="0"/>
                <a:ea typeface="Source Sans 3" pitchFamily="34" charset="-122"/>
                <a:cs typeface="Source Sans 3" pitchFamily="34" charset="-120"/>
              </a:defRPr>
            </a:lvl5pPr>
          </a:lstStyle>
          <a:p>
            <a:pPr algn="l" marL="203200" indent="-203200">
              <a:lnSpc>
                <a:spcPct val="101000"/>
              </a:lnSpc>
              <a:spcAft>
                <a:spcPts val="800"/>
              </a:spcAft>
              <a:buSzPct val="100000"/>
              <a:buChar char="▸"/>
            </a:pPr>
            <a:r>
              <a:rPr lang="en-US" sz="1800" dirty="0">
                <a:solidFill>
                  <a:srgbClr val="1B2533"/>
                </a:solidFill>
                <a:latin typeface="Source Sans 3" pitchFamily="34" charset="0"/>
                <a:ea typeface="Source Sans 3" pitchFamily="34" charset="-122"/>
                <a:cs typeface="Source Sans 3" pitchFamily="34" charset="-120"/>
              </a:rPr>
              <a:t>Up to 7 bullets; press Tab for a sub-point</a:t>
            </a:r>
            <a:endParaRPr lang="en-US" sz="1800" dirty="0"/>
          </a:p>
        </p:txBody>
      </p:sp>
      <p:sp>
        <p:nvSpPr>
          <p:cNvPr id="7" name="Figure"/>
          <p:cNvSpPr>
            <a:spLocks noGrp="1"/>
          </p:cNvSpPr>
          <p:nvPr>
            <p:ph idx="105" hasCustomPrompt="1" type="pic"/>
          </p:nvPr>
        </p:nvSpPr>
        <p:spPr>
          <a:xfrm>
            <a:off x="5760720" y="1298448"/>
            <a:ext cx="2926080" cy="3017520"/>
          </a:xfrm>
          <a:prstGeom prst="rect">
            <a:avLst/>
          </a:prstGeom>
          <a:noFill/>
          <a:ln/>
        </p:spPr>
        <p:txBody>
          <a:bodyPr wrap="square" rtlCol="0" anchor="ctr"/>
          <a:lstStyle/>
          <a:p>
            <a:endParaRPr lang="en-US"/>
          </a:p>
        </p:txBody>
      </p:sp>
      <p:sp>
        <p:nvSpPr>
          <p:cNvPr id="8" name="Shape 1"/>
          <p:cNvSpPr/>
          <p:nvPr/>
        </p:nvSpPr>
        <p:spPr>
          <a:xfrm>
            <a:off x="457200" y="4590288"/>
            <a:ext cx="8229600" cy="0"/>
          </a:xfrm>
          <a:prstGeom prst="line">
            <a:avLst/>
          </a:prstGeom>
          <a:noFill/>
          <a:ln w="9525">
            <a:solidFill>
              <a:srgbClr val="D6DEE8"/>
            </a:solidFill>
            <a:prstDash val="solid"/>
          </a:ln>
        </p:spPr>
      </p:sp>
      <p:sp>
        <p:nvSpPr>
          <p:cNvPr id="9" name="Text 2"/>
          <p:cNvSpPr txBox="1"/>
          <p:nvPr/>
        </p:nvSpPr>
        <p:spPr>
          <a:xfrm>
            <a:off x="457200" y="4663440"/>
            <a:ext cx="6675120" cy="274320"/>
          </a:xfrm>
          <a:prstGeom prst="rect">
            <a:avLst/>
          </a:prstGeom>
          <a:noFill/>
          <a:ln/>
        </p:spPr>
        <p:txBody>
          <a:bodyPr wrap="square" lIns="0" tIns="0" rIns="0" bIns="0" rtlCol="0" anchor="ctr"/>
          <a:lstStyle/>
          <a:p>
            <a:pPr algn="l" indent="0" marL="0">
              <a:buNone/>
            </a:pPr>
            <a:r>
              <a:rPr lang="en-US" sz="1400" dirty="0">
                <a:solidFill>
                  <a:srgbClr val="4A5868"/>
                </a:solidFill>
                <a:latin typeface="Source Sans 3" pitchFamily="34" charset="0"/>
                <a:ea typeface="Source Sans 3" pitchFamily="34" charset="-122"/>
                <a:cs typeface="Source Sans 3" pitchFamily="34" charset="-120"/>
              </a:rPr>
              <a:t>Advanced Telerobotics Research Lab  ·  Kent State University</a:t>
            </a:r>
            <a:endParaRPr lang="en-US" sz="1400" dirty="0"/>
          </a:p>
        </p:txBody>
      </p:sp>
      <p:sp>
        <p:nvSpPr>
          <p:cNvPr id="10" name="Text 3"/>
          <p:cNvSpPr txBox="1"/>
          <p:nvPr/>
        </p:nvSpPr>
        <p:spPr>
          <a:xfrm>
            <a:off x="7315200" y="4663440"/>
            <a:ext cx="1371600" cy="274320"/>
          </a:xfrm>
          <a:prstGeom prst="rect">
            <a:avLst/>
          </a:prstGeom>
          <a:noFill/>
          <a:ln/>
        </p:spPr>
        <p:txBody>
          <a:bodyPr wrap="square" lIns="0" tIns="0" rIns="0" bIns="0" rtlCol="0" anchor="ctr"/>
          <a:lstStyle/>
          <a:p>
            <a:pPr algn="r" indent="0" marL="0">
              <a:buNone/>
            </a:pPr>
            <a:fld id="{1AE84D1F-C578-43EA-B17C-BE106BB2094A}" type="slidenum">
              <a:rPr lang="en-US" sz="1400" dirty="0">
                <a:solidFill>
                  <a:srgbClr val="003976"/>
                </a:solidFill>
                <a:latin typeface="Source Code Pro" pitchFamily="34" charset="0"/>
                <a:ea typeface="Source Code Pro" pitchFamily="34" charset="-122"/>
                <a:cs typeface="Source Code Pro" pitchFamily="34" charset="-120"/>
              </a:rPr>
              <a:t>‹#›</a:t>
            </a:fld>
            <a:endParaRPr lang="en-US" sz="1400" dirty="0"/>
          </a:p>
        </p:txBody>
      </p:sp>
      <p:sp>
        <p:nvSpPr>
          <p:cNvPr id="11" name="Slide Number Placeholder"/>
          <p:cNvSpPr>
            <a:spLocks noGrp="1"/>
          </p:cNvSpPr>
          <p:nvPr>
            <p:ph type="sldNum" sz="quarter" idx="12"/>
          </p:nvPr>
        </p:nvSpPr>
        <p:spPr>
          <a:xfrm>
            <a:off x="7315200" y="4663440"/>
            <a:ext cx="1371600" cy="274320"/>
          </a:xfrm>
          <a:prstGeom prst="rect">
            <a:avLst/>
          </a:prstGeom>
        </p:spPr>
        <p:txBody>
          <a:bodyPr wrap="square" lIns="0" tIns="0" rIns="0" bIns="0" rtlCol="0" anchor="ctr"/>
          <a:lstStyle>
            <a:lvl1pPr algn="r">
              <a:lnSpc>
                <a:spcPts val="1800"/>
              </a:lnSpc>
              <a:buNone/>
              <a:defRPr sz="1400" kern="1200" lang="en-US" dirty="0">
                <a:solidFill>
                  <a:srgbClr val="003976"/>
                </a:solidFill>
                <a:latin typeface="Source Code Pro" pitchFamily="34" charset="0"/>
                <a:ea typeface="Source Code Pro" pitchFamily="34" charset="-122"/>
                <a:cs typeface="Source Code Pro" pitchFamily="34" charset="-120"/>
              </a:defRPr>
            </a:lvl1pPr>
          </a:lstStyle>
          <a:p>
            <a:fld id="{9CB60901-A0EA-4919-A91A-BF8FCDC3BCCF}" type="slidenum">
              <a:rPr sz="1400" kern="1200" lang="en-US" dirty="0">
                <a:solidFill>
                  <a:srgbClr val="003976"/>
                </a:solidFill>
                <a:latin typeface="Source Code Pro" pitchFamily="34" charset="0"/>
                <a:ea typeface="Source Code Pro" pitchFamily="34" charset="-122"/>
                <a:cs typeface="Source Code Pro" pitchFamily="34" charset="-120"/>
              </a:rPr>
              <a:t>‹#›</a:t>
            </a:fld>
            <a:endParaRPr lang="en-US" sz="1400"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type="obj">
  <p:cSld name="ATR - Title + Content (Two-line 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66928" cy="566928"/>
          </a:xfrm>
          <a:prstGeom prst="rect">
            <a:avLst/>
          </a:prstGeom>
          <a:solidFill>
            <a:srgbClr val="EFAB00"/>
          </a:solidFill>
          <a:ln w="12700">
            <a:solidFill>
              <a:srgbClr val="EFAB00"/>
            </a:solidFill>
            <a:prstDash val="solid"/>
          </a:ln>
        </p:spPr>
      </p:sp>
      <p:pic>
        <p:nvPicPr>
          <p:cNvPr id="3" name="Image 0" descr="ATR Lab mark">    </p:cNvPr>
          <p:cNvPicPr>
            <a:picLocks noChangeAspect="1"/>
          </p:cNvPicPr>
          <p:nvPr/>
        </p:nvPicPr>
        <p:blipFill>
          <a:blip r:embed="rId1"/>
          <a:stretch>
            <a:fillRect/>
          </a:stretch>
        </p:blipFill>
        <p:spPr>
          <a:xfrm>
            <a:off x="563453" y="484632"/>
            <a:ext cx="354421" cy="365760"/>
          </a:xfrm>
          <a:prstGeom prst="rect">
            <a:avLst/>
          </a:prstGeom>
        </p:spPr>
      </p:pic>
      <p:sp>
        <p:nvSpPr>
          <p:cNvPr id="4" name="eyebrow"/>
          <p:cNvSpPr>
            <a:spLocks noGrp="1"/>
          </p:cNvSpPr>
          <p:nvPr>
            <p:ph idx="102" type="body" hasCustomPrompt="1"/>
          </p:nvPr>
        </p:nvSpPr>
        <p:spPr>
          <a:xfrm>
            <a:off x="1207008" y="329184"/>
            <a:ext cx="7479792" cy="274320"/>
          </a:xfrm>
          <a:prstGeom prst="rect">
            <a:avLst/>
          </a:prstGeom>
          <a:noFill/>
          <a:ln/>
        </p:spPr>
        <p:txBody>
          <a:bodyPr wrap="square" rtlCol="0" lIns="0" tIns="0" rIns="0" bIns="0" anchor="ctr">
            <a:normAutofit/>
          </a:bodyPr>
          <a:lstStyle>
            <a:lvl1pPr algn="l" indent="0" marL="0">
              <a:lnSpc>
                <a:spcPct val="97000"/>
              </a:lnSpc>
              <a:spcBef>
                <a:spcPts val="0"/>
              </a:spcBef>
              <a:spcAft>
                <a:spcPts val="0"/>
              </a:spcAft>
              <a:buNone/>
              <a:defRPr lang="en-US" sz="1400" b="1" spc="250" kern="0" dirty="0">
                <a:solidFill>
                  <a:srgbClr val="8A6100"/>
                </a:solidFill>
                <a:latin typeface="Source Sans 3" pitchFamily="34" charset="0"/>
                <a:ea typeface="Source Sans 3" pitchFamily="34" charset="-122"/>
                <a:cs typeface="Source Sans 3" pitchFamily="34" charset="-120"/>
              </a:defRPr>
            </a:lvl1pPr>
          </a:lstStyle>
          <a:p>
            <a:pPr algn="l" indent="0" marL="0">
              <a:lnSpc>
                <a:spcPct val="97000"/>
              </a:lnSpc>
              <a:buNone/>
            </a:pPr>
            <a:r>
              <a:rPr lang="en-US" sz="1400" b="1" spc="250" kern="0" dirty="0">
                <a:solidFill>
                  <a:srgbClr val="8A6100"/>
                </a:solidFill>
                <a:latin typeface="Source Sans 3" pitchFamily="34" charset="0"/>
                <a:ea typeface="Source Sans 3" pitchFamily="34" charset="-122"/>
                <a:cs typeface="Source Sans 3" pitchFamily="34" charset="-120"/>
              </a:rPr>
              <a:t>SECTION 00  ·  SECTION NAME</a:t>
            </a:r>
            <a:endParaRPr lang="en-US" sz="1400" dirty="0"/>
          </a:p>
        </p:txBody>
      </p:sp>
      <p:sp>
        <p:nvSpPr>
          <p:cNvPr id="5" name="title"/>
          <p:cNvSpPr>
            <a:spLocks noGrp="1"/>
          </p:cNvSpPr>
          <p:nvPr>
            <p:ph idx="103" type="title" hasCustomPrompt="1"/>
          </p:nvPr>
        </p:nvSpPr>
        <p:spPr>
          <a:xfrm>
            <a:off x="1207008" y="566928"/>
            <a:ext cx="7479792" cy="960120"/>
          </a:xfrm>
          <a:prstGeom prst="rect">
            <a:avLst/>
          </a:prstGeom>
          <a:noFill/>
          <a:ln/>
        </p:spPr>
        <p:txBody>
          <a:bodyPr wrap="square" rtlCol="0" lIns="0" tIns="0" rIns="0" bIns="0" anchor="t">
            <a:normAutofit/>
          </a:bodyPr>
          <a:lstStyle>
            <a:lvl1pPr algn="l" indent="0" marL="0">
              <a:lnSpc>
                <a:spcPct val="85000"/>
              </a:lnSpc>
              <a:spcBef>
                <a:spcPts val="0"/>
              </a:spcBef>
              <a:spcAft>
                <a:spcPts val="0"/>
              </a:spcAft>
              <a:buNone/>
              <a:defRPr lang="en-US" sz="3200" b="1" dirty="0">
                <a:solidFill>
                  <a:srgbClr val="003976"/>
                </a:solidFill>
                <a:latin typeface="Source Sans 3" pitchFamily="34" charset="0"/>
                <a:ea typeface="Source Sans 3" pitchFamily="34" charset="-122"/>
                <a:cs typeface="Source Sans 3" pitchFamily="34" charset="-120"/>
              </a:defRPr>
            </a:lvl1pPr>
          </a:lstStyle>
          <a:p>
            <a:pPr algn="l" indent="0" marL="0">
              <a:lnSpc>
                <a:spcPct val="85000"/>
              </a:lnSpc>
              <a:buNone/>
            </a:pPr>
            <a:r>
              <a:rPr lang="en-US" sz="3200" b="1" dirty="0">
                <a:solidFill>
                  <a:srgbClr val="003976"/>
                </a:solidFill>
                <a:latin typeface="Source Sans 3" pitchFamily="34" charset="0"/>
                <a:ea typeface="Source Sans 3" pitchFamily="34" charset="-122"/>
                <a:cs typeface="Source Sans 3" pitchFamily="34" charset="-120"/>
              </a:rPr>
              <a:t>Slide title, up to two lines</a:t>
            </a:r>
            <a:endParaRPr lang="en-US" sz="3200" dirty="0"/>
          </a:p>
        </p:txBody>
      </p:sp>
      <p:sp>
        <p:nvSpPr>
          <p:cNvPr id="6" name="body"/>
          <p:cNvSpPr>
            <a:spLocks noGrp="1"/>
          </p:cNvSpPr>
          <p:nvPr>
            <p:ph idx="104" type="body" hasCustomPrompt="1"/>
          </p:nvPr>
        </p:nvSpPr>
        <p:spPr>
          <a:xfrm>
            <a:off x="457200" y="1783080"/>
            <a:ext cx="5029200" cy="2532888"/>
          </a:xfrm>
          <a:prstGeom prst="rect">
            <a:avLst/>
          </a:prstGeom>
          <a:noFill/>
          <a:ln/>
        </p:spPr>
        <p:txBody>
          <a:bodyPr wrap="square" rtlCol="0" lIns="0" tIns="0" rIns="0" bIns="0" anchor="t">
            <a:normAutofit/>
          </a:bodyPr>
          <a:lstStyle>
            <a:lvl1pPr algn="l" marL="203200" indent="-203200">
              <a:lnSpc>
                <a:spcPct val="101000"/>
              </a:lnSpc>
              <a:spcBef>
                <a:spcPts val="0"/>
              </a:spcBef>
              <a:spcAft>
                <a:spcPts val="800"/>
              </a:spcAft>
              <a:buSzPct val="100000"/>
              <a:buChar char="▸"/>
              <a:defRPr lang="en-US" sz="1800" dirty="0">
                <a:solidFill>
                  <a:srgbClr val="1B2533"/>
                </a:solidFill>
                <a:latin typeface="Source Sans 3" pitchFamily="34" charset="0"/>
                <a:ea typeface="Source Sans 3" pitchFamily="34" charset="-122"/>
                <a:cs typeface="Source Sans 3" pitchFamily="34" charset="-120"/>
              </a:defRPr>
            </a:lvl1pPr>
            <a:lvl2pPr algn="l" marL="406196" indent="-202996">
              <a:lnSpc>
                <a:spcPct val="94000"/>
              </a:lnSpc>
              <a:spcBef>
                <a:spcPts val="0"/>
              </a:spcBef>
              <a:spcAft>
                <a:spcPts val="800"/>
              </a:spcAft>
              <a:buSzPct val="100000"/>
              <a:buFont typeface="Source Sans 3" pitchFamily="34" charset="0"/>
              <a:buChar char="▹"/>
              <a:defRPr lang="en-US" sz="1600" dirty="0">
                <a:solidFill>
                  <a:srgbClr val="4A5868"/>
                </a:solidFill>
                <a:latin typeface="Source Sans 3" pitchFamily="34" charset="0"/>
                <a:ea typeface="Source Sans 3" pitchFamily="34" charset="-122"/>
                <a:cs typeface="Source Sans 3" pitchFamily="34" charset="-120"/>
              </a:defRPr>
            </a:lvl2pPr>
            <a:lvl3pPr algn="l" marL="609193" indent="-202996">
              <a:lnSpc>
                <a:spcPct val="94000"/>
              </a:lnSpc>
              <a:spcBef>
                <a:spcPts val="0"/>
              </a:spcBef>
              <a:spcAft>
                <a:spcPts val="800"/>
              </a:spcAft>
              <a:buSzPct val="100000"/>
              <a:buFont typeface="Source Sans 3" pitchFamily="34" charset="0"/>
              <a:buChar char="▹"/>
              <a:defRPr lang="en-US" sz="1600" dirty="0">
                <a:solidFill>
                  <a:srgbClr val="4A5868"/>
                </a:solidFill>
                <a:latin typeface="Source Sans 3" pitchFamily="34" charset="0"/>
                <a:ea typeface="Source Sans 3" pitchFamily="34" charset="-122"/>
                <a:cs typeface="Source Sans 3" pitchFamily="34" charset="-120"/>
              </a:defRPr>
            </a:lvl3pPr>
            <a:lvl4pPr algn="l" marL="812190" indent="-202996">
              <a:lnSpc>
                <a:spcPct val="94000"/>
              </a:lnSpc>
              <a:spcBef>
                <a:spcPts val="0"/>
              </a:spcBef>
              <a:spcAft>
                <a:spcPts val="800"/>
              </a:spcAft>
              <a:buSzPct val="100000"/>
              <a:buFont typeface="Source Sans 3" pitchFamily="34" charset="0"/>
              <a:buChar char="▹"/>
              <a:defRPr lang="en-US" sz="1600" dirty="0">
                <a:solidFill>
                  <a:srgbClr val="4A5868"/>
                </a:solidFill>
                <a:latin typeface="Source Sans 3" pitchFamily="34" charset="0"/>
                <a:ea typeface="Source Sans 3" pitchFamily="34" charset="-122"/>
                <a:cs typeface="Source Sans 3" pitchFamily="34" charset="-120"/>
              </a:defRPr>
            </a:lvl4pPr>
            <a:lvl5pPr algn="l" marL="1015187" indent="-202996">
              <a:lnSpc>
                <a:spcPct val="94000"/>
              </a:lnSpc>
              <a:spcBef>
                <a:spcPts val="0"/>
              </a:spcBef>
              <a:spcAft>
                <a:spcPts val="800"/>
              </a:spcAft>
              <a:buSzPct val="100000"/>
              <a:buFont typeface="Source Sans 3" pitchFamily="34" charset="0"/>
              <a:buChar char="▹"/>
              <a:defRPr lang="en-US" sz="1600" dirty="0">
                <a:solidFill>
                  <a:srgbClr val="4A5868"/>
                </a:solidFill>
                <a:latin typeface="Source Sans 3" pitchFamily="34" charset="0"/>
                <a:ea typeface="Source Sans 3" pitchFamily="34" charset="-122"/>
                <a:cs typeface="Source Sans 3" pitchFamily="34" charset="-120"/>
              </a:defRPr>
            </a:lvl5pPr>
          </a:lstStyle>
          <a:p>
            <a:pPr algn="l" marL="203200" indent="-203200">
              <a:lnSpc>
                <a:spcPct val="101000"/>
              </a:lnSpc>
              <a:spcAft>
                <a:spcPts val="800"/>
              </a:spcAft>
              <a:buSzPct val="100000"/>
              <a:buChar char="▸"/>
            </a:pPr>
            <a:r>
              <a:rPr lang="en-US" sz="1800" dirty="0">
                <a:solidFill>
                  <a:srgbClr val="1B2533"/>
                </a:solidFill>
                <a:latin typeface="Source Sans 3" pitchFamily="34" charset="0"/>
                <a:ea typeface="Source Sans 3" pitchFamily="34" charset="-122"/>
                <a:cs typeface="Source Sans 3" pitchFamily="34" charset="-120"/>
              </a:rPr>
              <a:t>Up to 6 bullets; press Tab for a sub-point</a:t>
            </a:r>
            <a:endParaRPr lang="en-US" sz="1800" dirty="0"/>
          </a:p>
        </p:txBody>
      </p:sp>
      <p:sp>
        <p:nvSpPr>
          <p:cNvPr id="7" name="Figure"/>
          <p:cNvSpPr>
            <a:spLocks noGrp="1"/>
          </p:cNvSpPr>
          <p:nvPr>
            <p:ph idx="105" hasCustomPrompt="1" type="pic"/>
          </p:nvPr>
        </p:nvSpPr>
        <p:spPr>
          <a:xfrm>
            <a:off x="5760720" y="1783080"/>
            <a:ext cx="2926080" cy="2532888"/>
          </a:xfrm>
          <a:prstGeom prst="rect">
            <a:avLst/>
          </a:prstGeom>
          <a:noFill/>
          <a:ln/>
        </p:spPr>
        <p:txBody>
          <a:bodyPr wrap="square" rtlCol="0" anchor="ctr"/>
          <a:lstStyle/>
          <a:p>
            <a:endParaRPr lang="en-US"/>
          </a:p>
        </p:txBody>
      </p:sp>
      <p:sp>
        <p:nvSpPr>
          <p:cNvPr id="8" name="Shape 1"/>
          <p:cNvSpPr/>
          <p:nvPr/>
        </p:nvSpPr>
        <p:spPr>
          <a:xfrm>
            <a:off x="457200" y="4590288"/>
            <a:ext cx="8229600" cy="0"/>
          </a:xfrm>
          <a:prstGeom prst="line">
            <a:avLst/>
          </a:prstGeom>
          <a:noFill/>
          <a:ln w="9525">
            <a:solidFill>
              <a:srgbClr val="D6DEE8"/>
            </a:solidFill>
            <a:prstDash val="solid"/>
          </a:ln>
        </p:spPr>
      </p:sp>
      <p:sp>
        <p:nvSpPr>
          <p:cNvPr id="9" name="Text 2"/>
          <p:cNvSpPr txBox="1"/>
          <p:nvPr/>
        </p:nvSpPr>
        <p:spPr>
          <a:xfrm>
            <a:off x="457200" y="4663440"/>
            <a:ext cx="6675120" cy="274320"/>
          </a:xfrm>
          <a:prstGeom prst="rect">
            <a:avLst/>
          </a:prstGeom>
          <a:noFill/>
          <a:ln/>
        </p:spPr>
        <p:txBody>
          <a:bodyPr wrap="square" lIns="0" tIns="0" rIns="0" bIns="0" rtlCol="0" anchor="ctr"/>
          <a:lstStyle/>
          <a:p>
            <a:pPr algn="l" indent="0" marL="0">
              <a:buNone/>
            </a:pPr>
            <a:r>
              <a:rPr lang="en-US" sz="1400" dirty="0">
                <a:solidFill>
                  <a:srgbClr val="4A5868"/>
                </a:solidFill>
                <a:latin typeface="Source Sans 3" pitchFamily="34" charset="0"/>
                <a:ea typeface="Source Sans 3" pitchFamily="34" charset="-122"/>
                <a:cs typeface="Source Sans 3" pitchFamily="34" charset="-120"/>
              </a:rPr>
              <a:t>Advanced Telerobotics Research Lab  ·  Kent State University</a:t>
            </a:r>
            <a:endParaRPr lang="en-US" sz="1400" dirty="0"/>
          </a:p>
        </p:txBody>
      </p:sp>
      <p:sp>
        <p:nvSpPr>
          <p:cNvPr id="10" name="Text 3"/>
          <p:cNvSpPr txBox="1"/>
          <p:nvPr/>
        </p:nvSpPr>
        <p:spPr>
          <a:xfrm>
            <a:off x="7315200" y="4663440"/>
            <a:ext cx="1371600" cy="274320"/>
          </a:xfrm>
          <a:prstGeom prst="rect">
            <a:avLst/>
          </a:prstGeom>
          <a:noFill/>
          <a:ln/>
        </p:spPr>
        <p:txBody>
          <a:bodyPr wrap="square" lIns="0" tIns="0" rIns="0" bIns="0" rtlCol="0" anchor="ctr"/>
          <a:lstStyle/>
          <a:p>
            <a:pPr algn="r" indent="0" marL="0">
              <a:buNone/>
            </a:pPr>
            <a:fld id="{0B54F952-7C8F-48DE-9C73-245B23A8205C}" type="slidenum">
              <a:rPr lang="en-US" sz="1400" dirty="0">
                <a:solidFill>
                  <a:srgbClr val="003976"/>
                </a:solidFill>
                <a:latin typeface="Source Code Pro" pitchFamily="34" charset="0"/>
                <a:ea typeface="Source Code Pro" pitchFamily="34" charset="-122"/>
                <a:cs typeface="Source Code Pro" pitchFamily="34" charset="-120"/>
              </a:rPr>
              <a:t>‹#›</a:t>
            </a:fld>
            <a:endParaRPr lang="en-US" sz="1400" dirty="0"/>
          </a:p>
        </p:txBody>
      </p:sp>
      <p:sp>
        <p:nvSpPr>
          <p:cNvPr id="11" name="Slide Number Placeholder"/>
          <p:cNvSpPr>
            <a:spLocks noGrp="1"/>
          </p:cNvSpPr>
          <p:nvPr>
            <p:ph type="sldNum" sz="quarter" idx="12"/>
          </p:nvPr>
        </p:nvSpPr>
        <p:spPr>
          <a:xfrm>
            <a:off x="7315200" y="4663440"/>
            <a:ext cx="1371600" cy="274320"/>
          </a:xfrm>
          <a:prstGeom prst="rect">
            <a:avLst/>
          </a:prstGeom>
        </p:spPr>
        <p:txBody>
          <a:bodyPr wrap="square" lIns="0" tIns="0" rIns="0" bIns="0" rtlCol="0" anchor="ctr"/>
          <a:lstStyle>
            <a:lvl1pPr algn="r">
              <a:lnSpc>
                <a:spcPts val="1800"/>
              </a:lnSpc>
              <a:buNone/>
              <a:defRPr sz="1400" kern="1200" lang="en-US" dirty="0">
                <a:solidFill>
                  <a:srgbClr val="003976"/>
                </a:solidFill>
                <a:latin typeface="Source Code Pro" pitchFamily="34" charset="0"/>
                <a:ea typeface="Source Code Pro" pitchFamily="34" charset="-122"/>
                <a:cs typeface="Source Code Pro" pitchFamily="34" charset="-120"/>
              </a:defRPr>
            </a:lvl1pPr>
          </a:lstStyle>
          <a:p>
            <a:fld id="{4A7D5052-FBF7-484B-9DE0-64E246342F25}" type="slidenum">
              <a:rPr sz="1400" kern="1200" lang="en-US" dirty="0">
                <a:solidFill>
                  <a:srgbClr val="003976"/>
                </a:solidFill>
                <a:latin typeface="Source Code Pro" pitchFamily="34" charset="0"/>
                <a:ea typeface="Source Code Pro" pitchFamily="34" charset="-122"/>
                <a:cs typeface="Source Code Pro" pitchFamily="34" charset="-120"/>
              </a:rPr>
              <a:t>‹#›</a:t>
            </a:fld>
            <a:endParaRPr lang="en-US" sz="1400"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type="twoObj">
  <p:cSld name="ATR - Two 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66928" cy="566928"/>
          </a:xfrm>
          <a:prstGeom prst="rect">
            <a:avLst/>
          </a:prstGeom>
          <a:solidFill>
            <a:srgbClr val="EFAB00"/>
          </a:solidFill>
          <a:ln w="12700">
            <a:solidFill>
              <a:srgbClr val="EFAB00"/>
            </a:solidFill>
            <a:prstDash val="solid"/>
          </a:ln>
        </p:spPr>
      </p:sp>
      <p:pic>
        <p:nvPicPr>
          <p:cNvPr id="3" name="Image 0" descr="ATR Lab mark">    </p:cNvPr>
          <p:cNvPicPr>
            <a:picLocks noChangeAspect="1"/>
          </p:cNvPicPr>
          <p:nvPr/>
        </p:nvPicPr>
        <p:blipFill>
          <a:blip r:embed="rId1"/>
          <a:stretch>
            <a:fillRect/>
          </a:stretch>
        </p:blipFill>
        <p:spPr>
          <a:xfrm>
            <a:off x="563453" y="484632"/>
            <a:ext cx="354421" cy="365760"/>
          </a:xfrm>
          <a:prstGeom prst="rect">
            <a:avLst/>
          </a:prstGeom>
        </p:spPr>
      </p:pic>
      <p:sp>
        <p:nvSpPr>
          <p:cNvPr id="4" name="eyebrow"/>
          <p:cNvSpPr>
            <a:spLocks noGrp="1"/>
          </p:cNvSpPr>
          <p:nvPr>
            <p:ph idx="102" type="body" hasCustomPrompt="1"/>
          </p:nvPr>
        </p:nvSpPr>
        <p:spPr>
          <a:xfrm>
            <a:off x="1207008" y="329184"/>
            <a:ext cx="7479792" cy="274320"/>
          </a:xfrm>
          <a:prstGeom prst="rect">
            <a:avLst/>
          </a:prstGeom>
          <a:noFill/>
          <a:ln/>
        </p:spPr>
        <p:txBody>
          <a:bodyPr wrap="square" rtlCol="0" lIns="0" tIns="0" rIns="0" bIns="0" anchor="ctr">
            <a:normAutofit/>
          </a:bodyPr>
          <a:lstStyle>
            <a:lvl1pPr algn="l" indent="0" marL="0">
              <a:lnSpc>
                <a:spcPct val="97000"/>
              </a:lnSpc>
              <a:spcBef>
                <a:spcPts val="0"/>
              </a:spcBef>
              <a:spcAft>
                <a:spcPts val="0"/>
              </a:spcAft>
              <a:buNone/>
              <a:defRPr lang="en-US" sz="1400" b="1" spc="250" kern="0" dirty="0">
                <a:solidFill>
                  <a:srgbClr val="8A6100"/>
                </a:solidFill>
                <a:latin typeface="Source Sans 3" pitchFamily="34" charset="0"/>
                <a:ea typeface="Source Sans 3" pitchFamily="34" charset="-122"/>
                <a:cs typeface="Source Sans 3" pitchFamily="34" charset="-120"/>
              </a:defRPr>
            </a:lvl1pPr>
          </a:lstStyle>
          <a:p>
            <a:pPr algn="l" indent="0" marL="0">
              <a:lnSpc>
                <a:spcPct val="97000"/>
              </a:lnSpc>
              <a:buNone/>
            </a:pPr>
            <a:r>
              <a:rPr lang="en-US" sz="1400" b="1" spc="250" kern="0" dirty="0">
                <a:solidFill>
                  <a:srgbClr val="8A6100"/>
                </a:solidFill>
                <a:latin typeface="Source Sans 3" pitchFamily="34" charset="0"/>
                <a:ea typeface="Source Sans 3" pitchFamily="34" charset="-122"/>
                <a:cs typeface="Source Sans 3" pitchFamily="34" charset="-120"/>
              </a:rPr>
              <a:t>SECTION 00  ·  SECTION NAME</a:t>
            </a:r>
            <a:endParaRPr lang="en-US" sz="1400" dirty="0"/>
          </a:p>
        </p:txBody>
      </p:sp>
      <p:sp>
        <p:nvSpPr>
          <p:cNvPr id="5" name="title"/>
          <p:cNvSpPr>
            <a:spLocks noGrp="1"/>
          </p:cNvSpPr>
          <p:nvPr>
            <p:ph idx="103" type="title" hasCustomPrompt="1"/>
          </p:nvPr>
        </p:nvSpPr>
        <p:spPr>
          <a:xfrm>
            <a:off x="1207008" y="566928"/>
            <a:ext cx="7479792" cy="475488"/>
          </a:xfrm>
          <a:prstGeom prst="rect">
            <a:avLst/>
          </a:prstGeom>
          <a:noFill/>
          <a:ln/>
        </p:spPr>
        <p:txBody>
          <a:bodyPr wrap="square" rtlCol="0" lIns="0" tIns="0" rIns="0" bIns="0" anchor="t">
            <a:normAutofit/>
          </a:bodyPr>
          <a:lstStyle>
            <a:lvl1pPr algn="l" indent="0" marL="0">
              <a:lnSpc>
                <a:spcPct val="85000"/>
              </a:lnSpc>
              <a:spcBef>
                <a:spcPts val="0"/>
              </a:spcBef>
              <a:spcAft>
                <a:spcPts val="0"/>
              </a:spcAft>
              <a:buNone/>
              <a:defRPr lang="en-US" sz="3200" b="1" dirty="0">
                <a:solidFill>
                  <a:srgbClr val="003976"/>
                </a:solidFill>
                <a:latin typeface="Source Sans 3" pitchFamily="34" charset="0"/>
                <a:ea typeface="Source Sans 3" pitchFamily="34" charset="-122"/>
                <a:cs typeface="Source Sans 3" pitchFamily="34" charset="-120"/>
              </a:defRPr>
            </a:lvl1pPr>
          </a:lstStyle>
          <a:p>
            <a:pPr algn="l" indent="0" marL="0">
              <a:lnSpc>
                <a:spcPct val="85000"/>
              </a:lnSpc>
              <a:buNone/>
            </a:pPr>
            <a:r>
              <a:rPr lang="en-US" sz="3200" b="1" dirty="0">
                <a:solidFill>
                  <a:srgbClr val="003976"/>
                </a:solidFill>
                <a:latin typeface="Source Sans 3" pitchFamily="34" charset="0"/>
                <a:ea typeface="Source Sans 3" pitchFamily="34" charset="-122"/>
                <a:cs typeface="Source Sans 3" pitchFamily="34" charset="-120"/>
              </a:rPr>
              <a:t>Slide title, one line, sentence case</a:t>
            </a:r>
            <a:endParaRPr lang="en-US" sz="3200" dirty="0"/>
          </a:p>
        </p:txBody>
      </p:sp>
      <p:sp>
        <p:nvSpPr>
          <p:cNvPr id="6" name="Left heading"/>
          <p:cNvSpPr>
            <a:spLocks noGrp="1"/>
          </p:cNvSpPr>
          <p:nvPr>
            <p:ph idx="104" type="body" hasCustomPrompt="1"/>
          </p:nvPr>
        </p:nvSpPr>
        <p:spPr>
          <a:xfrm>
            <a:off x="457200" y="1298448"/>
            <a:ext cx="3977640" cy="365760"/>
          </a:xfrm>
          <a:prstGeom prst="rect">
            <a:avLst/>
          </a:prstGeom>
          <a:noFill/>
          <a:ln/>
        </p:spPr>
        <p:txBody>
          <a:bodyPr wrap="square" rtlCol="0" lIns="0" tIns="0" rIns="0" bIns="0" anchor="t">
            <a:normAutofit/>
          </a:bodyPr>
          <a:lstStyle>
            <a:lvl1pPr algn="l" indent="0" marL="0">
              <a:lnSpc>
                <a:spcPct val="89000"/>
              </a:lnSpc>
              <a:spcBef>
                <a:spcPts val="0"/>
              </a:spcBef>
              <a:spcAft>
                <a:spcPts val="0"/>
              </a:spcAft>
              <a:buNone/>
              <a:defRPr lang="en-US" sz="2200" b="1" dirty="0">
                <a:solidFill>
                  <a:srgbClr val="003976"/>
                </a:solidFill>
                <a:latin typeface="Source Sans 3" pitchFamily="34" charset="0"/>
                <a:ea typeface="Source Sans 3" pitchFamily="34" charset="-122"/>
                <a:cs typeface="Source Sans 3" pitchFamily="34" charset="-120"/>
              </a:defRPr>
            </a:lvl1pPr>
          </a:lstStyle>
          <a:p>
            <a:pPr algn="l" indent="0" marL="0">
              <a:lnSpc>
                <a:spcPct val="89000"/>
              </a:lnSpc>
              <a:buNone/>
            </a:pPr>
            <a:r>
              <a:rPr lang="en-US" sz="2200" b="1" dirty="0">
                <a:solidFill>
                  <a:srgbClr val="003976"/>
                </a:solidFill>
                <a:latin typeface="Source Sans 3" pitchFamily="34" charset="0"/>
                <a:ea typeface="Source Sans 3" pitchFamily="34" charset="-122"/>
                <a:cs typeface="Source Sans 3" pitchFamily="34" charset="-120"/>
              </a:rPr>
              <a:t>Column heading</a:t>
            </a:r>
            <a:endParaRPr lang="en-US" sz="2200" dirty="0"/>
          </a:p>
        </p:txBody>
      </p:sp>
      <p:sp>
        <p:nvSpPr>
          <p:cNvPr id="7" name="Left body"/>
          <p:cNvSpPr>
            <a:spLocks noGrp="1"/>
          </p:cNvSpPr>
          <p:nvPr>
            <p:ph idx="105" type="body" hasCustomPrompt="1"/>
          </p:nvPr>
        </p:nvSpPr>
        <p:spPr>
          <a:xfrm>
            <a:off x="457200" y="1737360"/>
            <a:ext cx="3977640" cy="2578608"/>
          </a:xfrm>
          <a:prstGeom prst="rect">
            <a:avLst/>
          </a:prstGeom>
          <a:noFill/>
          <a:ln/>
        </p:spPr>
        <p:txBody>
          <a:bodyPr wrap="square" rtlCol="0" lIns="0" tIns="0" rIns="0" bIns="0" anchor="t">
            <a:normAutofit/>
          </a:bodyPr>
          <a:lstStyle>
            <a:lvl1pPr algn="l" marL="203200" indent="-203200">
              <a:lnSpc>
                <a:spcPct val="101000"/>
              </a:lnSpc>
              <a:spcBef>
                <a:spcPts val="0"/>
              </a:spcBef>
              <a:spcAft>
                <a:spcPts val="800"/>
              </a:spcAft>
              <a:buSzPct val="100000"/>
              <a:buChar char="▸"/>
              <a:defRPr lang="en-US" sz="1800" dirty="0">
                <a:solidFill>
                  <a:srgbClr val="1B2533"/>
                </a:solidFill>
                <a:latin typeface="Source Sans 3" pitchFamily="34" charset="0"/>
                <a:ea typeface="Source Sans 3" pitchFamily="34" charset="-122"/>
                <a:cs typeface="Source Sans 3" pitchFamily="34" charset="-120"/>
              </a:defRPr>
            </a:lvl1pPr>
            <a:lvl2pPr algn="l" marL="406196" indent="-202996">
              <a:lnSpc>
                <a:spcPct val="94000"/>
              </a:lnSpc>
              <a:spcBef>
                <a:spcPts val="0"/>
              </a:spcBef>
              <a:spcAft>
                <a:spcPts val="800"/>
              </a:spcAft>
              <a:buSzPct val="100000"/>
              <a:buFont typeface="Source Sans 3" pitchFamily="34" charset="0"/>
              <a:buChar char="▹"/>
              <a:defRPr lang="en-US" sz="1600" dirty="0">
                <a:solidFill>
                  <a:srgbClr val="4A5868"/>
                </a:solidFill>
                <a:latin typeface="Source Sans 3" pitchFamily="34" charset="0"/>
                <a:ea typeface="Source Sans 3" pitchFamily="34" charset="-122"/>
                <a:cs typeface="Source Sans 3" pitchFamily="34" charset="-120"/>
              </a:defRPr>
            </a:lvl2pPr>
            <a:lvl3pPr algn="l" marL="609193" indent="-202996">
              <a:lnSpc>
                <a:spcPct val="94000"/>
              </a:lnSpc>
              <a:spcBef>
                <a:spcPts val="0"/>
              </a:spcBef>
              <a:spcAft>
                <a:spcPts val="800"/>
              </a:spcAft>
              <a:buSzPct val="100000"/>
              <a:buFont typeface="Source Sans 3" pitchFamily="34" charset="0"/>
              <a:buChar char="▹"/>
              <a:defRPr lang="en-US" sz="1600" dirty="0">
                <a:solidFill>
                  <a:srgbClr val="4A5868"/>
                </a:solidFill>
                <a:latin typeface="Source Sans 3" pitchFamily="34" charset="0"/>
                <a:ea typeface="Source Sans 3" pitchFamily="34" charset="-122"/>
                <a:cs typeface="Source Sans 3" pitchFamily="34" charset="-120"/>
              </a:defRPr>
            </a:lvl3pPr>
            <a:lvl4pPr algn="l" marL="812190" indent="-202996">
              <a:lnSpc>
                <a:spcPct val="94000"/>
              </a:lnSpc>
              <a:spcBef>
                <a:spcPts val="0"/>
              </a:spcBef>
              <a:spcAft>
                <a:spcPts val="800"/>
              </a:spcAft>
              <a:buSzPct val="100000"/>
              <a:buFont typeface="Source Sans 3" pitchFamily="34" charset="0"/>
              <a:buChar char="▹"/>
              <a:defRPr lang="en-US" sz="1600" dirty="0">
                <a:solidFill>
                  <a:srgbClr val="4A5868"/>
                </a:solidFill>
                <a:latin typeface="Source Sans 3" pitchFamily="34" charset="0"/>
                <a:ea typeface="Source Sans 3" pitchFamily="34" charset="-122"/>
                <a:cs typeface="Source Sans 3" pitchFamily="34" charset="-120"/>
              </a:defRPr>
            </a:lvl4pPr>
            <a:lvl5pPr algn="l" marL="1015187" indent="-202996">
              <a:lnSpc>
                <a:spcPct val="94000"/>
              </a:lnSpc>
              <a:spcBef>
                <a:spcPts val="0"/>
              </a:spcBef>
              <a:spcAft>
                <a:spcPts val="800"/>
              </a:spcAft>
              <a:buSzPct val="100000"/>
              <a:buFont typeface="Source Sans 3" pitchFamily="34" charset="0"/>
              <a:buChar char="▹"/>
              <a:defRPr lang="en-US" sz="1600" dirty="0">
                <a:solidFill>
                  <a:srgbClr val="4A5868"/>
                </a:solidFill>
                <a:latin typeface="Source Sans 3" pitchFamily="34" charset="0"/>
                <a:ea typeface="Source Sans 3" pitchFamily="34" charset="-122"/>
                <a:cs typeface="Source Sans 3" pitchFamily="34" charset="-120"/>
              </a:defRPr>
            </a:lvl5pPr>
          </a:lstStyle>
          <a:p>
            <a:pPr algn="l" marL="203200" indent="-203200">
              <a:lnSpc>
                <a:spcPct val="101000"/>
              </a:lnSpc>
              <a:spcAft>
                <a:spcPts val="800"/>
              </a:spcAft>
              <a:buSzPct val="100000"/>
              <a:buChar char="▸"/>
            </a:pPr>
            <a:r>
              <a:rPr lang="en-US" sz="1800" dirty="0">
                <a:solidFill>
                  <a:srgbClr val="1B2533"/>
                </a:solidFill>
                <a:latin typeface="Source Sans 3" pitchFamily="34" charset="0"/>
                <a:ea typeface="Source Sans 3" pitchFamily="34" charset="-122"/>
                <a:cs typeface="Source Sans 3" pitchFamily="34" charset="-120"/>
              </a:rPr>
              <a:t>Bullets for this column</a:t>
            </a:r>
            <a:endParaRPr lang="en-US" sz="1800" dirty="0"/>
          </a:p>
        </p:txBody>
      </p:sp>
      <p:sp>
        <p:nvSpPr>
          <p:cNvPr id="8" name="Right heading"/>
          <p:cNvSpPr>
            <a:spLocks noGrp="1"/>
          </p:cNvSpPr>
          <p:nvPr>
            <p:ph idx="106" type="body" hasCustomPrompt="1"/>
          </p:nvPr>
        </p:nvSpPr>
        <p:spPr>
          <a:xfrm>
            <a:off x="4709160" y="1298448"/>
            <a:ext cx="3977640" cy="365760"/>
          </a:xfrm>
          <a:prstGeom prst="rect">
            <a:avLst/>
          </a:prstGeom>
          <a:noFill/>
          <a:ln/>
        </p:spPr>
        <p:txBody>
          <a:bodyPr wrap="square" rtlCol="0" lIns="0" tIns="0" rIns="0" bIns="0" anchor="t">
            <a:normAutofit/>
          </a:bodyPr>
          <a:lstStyle>
            <a:lvl1pPr algn="l" indent="0" marL="0">
              <a:lnSpc>
                <a:spcPct val="89000"/>
              </a:lnSpc>
              <a:spcBef>
                <a:spcPts val="0"/>
              </a:spcBef>
              <a:spcAft>
                <a:spcPts val="0"/>
              </a:spcAft>
              <a:buNone/>
              <a:defRPr lang="en-US" sz="2200" b="1" dirty="0">
                <a:solidFill>
                  <a:srgbClr val="003976"/>
                </a:solidFill>
                <a:latin typeface="Source Sans 3" pitchFamily="34" charset="0"/>
                <a:ea typeface="Source Sans 3" pitchFamily="34" charset="-122"/>
                <a:cs typeface="Source Sans 3" pitchFamily="34" charset="-120"/>
              </a:defRPr>
            </a:lvl1pPr>
          </a:lstStyle>
          <a:p>
            <a:pPr algn="l" indent="0" marL="0">
              <a:lnSpc>
                <a:spcPct val="89000"/>
              </a:lnSpc>
              <a:buNone/>
            </a:pPr>
            <a:r>
              <a:rPr lang="en-US" sz="2200" b="1" dirty="0">
                <a:solidFill>
                  <a:srgbClr val="003976"/>
                </a:solidFill>
                <a:latin typeface="Source Sans 3" pitchFamily="34" charset="0"/>
                <a:ea typeface="Source Sans 3" pitchFamily="34" charset="-122"/>
                <a:cs typeface="Source Sans 3" pitchFamily="34" charset="-120"/>
              </a:rPr>
              <a:t>Column heading</a:t>
            </a:r>
            <a:endParaRPr lang="en-US" sz="2200" dirty="0"/>
          </a:p>
        </p:txBody>
      </p:sp>
      <p:sp>
        <p:nvSpPr>
          <p:cNvPr id="9" name="Right body"/>
          <p:cNvSpPr>
            <a:spLocks noGrp="1"/>
          </p:cNvSpPr>
          <p:nvPr>
            <p:ph idx="107" type="body" hasCustomPrompt="1"/>
          </p:nvPr>
        </p:nvSpPr>
        <p:spPr>
          <a:xfrm>
            <a:off x="4709160" y="1737360"/>
            <a:ext cx="3977640" cy="2578608"/>
          </a:xfrm>
          <a:prstGeom prst="rect">
            <a:avLst/>
          </a:prstGeom>
          <a:noFill/>
          <a:ln/>
        </p:spPr>
        <p:txBody>
          <a:bodyPr wrap="square" rtlCol="0" lIns="0" tIns="0" rIns="0" bIns="0" anchor="t">
            <a:normAutofit/>
          </a:bodyPr>
          <a:lstStyle>
            <a:lvl1pPr algn="l" marL="203200" indent="-203200">
              <a:lnSpc>
                <a:spcPct val="101000"/>
              </a:lnSpc>
              <a:spcBef>
                <a:spcPts val="0"/>
              </a:spcBef>
              <a:spcAft>
                <a:spcPts val="800"/>
              </a:spcAft>
              <a:buSzPct val="100000"/>
              <a:buChar char="▸"/>
              <a:defRPr lang="en-US" sz="1800" dirty="0">
                <a:solidFill>
                  <a:srgbClr val="1B2533"/>
                </a:solidFill>
                <a:latin typeface="Source Sans 3" pitchFamily="34" charset="0"/>
                <a:ea typeface="Source Sans 3" pitchFamily="34" charset="-122"/>
                <a:cs typeface="Source Sans 3" pitchFamily="34" charset="-120"/>
              </a:defRPr>
            </a:lvl1pPr>
            <a:lvl2pPr algn="l" marL="406196" indent="-202996">
              <a:lnSpc>
                <a:spcPct val="94000"/>
              </a:lnSpc>
              <a:spcBef>
                <a:spcPts val="0"/>
              </a:spcBef>
              <a:spcAft>
                <a:spcPts val="800"/>
              </a:spcAft>
              <a:buSzPct val="100000"/>
              <a:buFont typeface="Source Sans 3" pitchFamily="34" charset="0"/>
              <a:buChar char="▹"/>
              <a:defRPr lang="en-US" sz="1600" dirty="0">
                <a:solidFill>
                  <a:srgbClr val="4A5868"/>
                </a:solidFill>
                <a:latin typeface="Source Sans 3" pitchFamily="34" charset="0"/>
                <a:ea typeface="Source Sans 3" pitchFamily="34" charset="-122"/>
                <a:cs typeface="Source Sans 3" pitchFamily="34" charset="-120"/>
              </a:defRPr>
            </a:lvl2pPr>
            <a:lvl3pPr algn="l" marL="609193" indent="-202996">
              <a:lnSpc>
                <a:spcPct val="94000"/>
              </a:lnSpc>
              <a:spcBef>
                <a:spcPts val="0"/>
              </a:spcBef>
              <a:spcAft>
                <a:spcPts val="800"/>
              </a:spcAft>
              <a:buSzPct val="100000"/>
              <a:buFont typeface="Source Sans 3" pitchFamily="34" charset="0"/>
              <a:buChar char="▹"/>
              <a:defRPr lang="en-US" sz="1600" dirty="0">
                <a:solidFill>
                  <a:srgbClr val="4A5868"/>
                </a:solidFill>
                <a:latin typeface="Source Sans 3" pitchFamily="34" charset="0"/>
                <a:ea typeface="Source Sans 3" pitchFamily="34" charset="-122"/>
                <a:cs typeface="Source Sans 3" pitchFamily="34" charset="-120"/>
              </a:defRPr>
            </a:lvl3pPr>
            <a:lvl4pPr algn="l" marL="812190" indent="-202996">
              <a:lnSpc>
                <a:spcPct val="94000"/>
              </a:lnSpc>
              <a:spcBef>
                <a:spcPts val="0"/>
              </a:spcBef>
              <a:spcAft>
                <a:spcPts val="800"/>
              </a:spcAft>
              <a:buSzPct val="100000"/>
              <a:buFont typeface="Source Sans 3" pitchFamily="34" charset="0"/>
              <a:buChar char="▹"/>
              <a:defRPr lang="en-US" sz="1600" dirty="0">
                <a:solidFill>
                  <a:srgbClr val="4A5868"/>
                </a:solidFill>
                <a:latin typeface="Source Sans 3" pitchFamily="34" charset="0"/>
                <a:ea typeface="Source Sans 3" pitchFamily="34" charset="-122"/>
                <a:cs typeface="Source Sans 3" pitchFamily="34" charset="-120"/>
              </a:defRPr>
            </a:lvl4pPr>
            <a:lvl5pPr algn="l" marL="1015187" indent="-202996">
              <a:lnSpc>
                <a:spcPct val="94000"/>
              </a:lnSpc>
              <a:spcBef>
                <a:spcPts val="0"/>
              </a:spcBef>
              <a:spcAft>
                <a:spcPts val="800"/>
              </a:spcAft>
              <a:buSzPct val="100000"/>
              <a:buFont typeface="Source Sans 3" pitchFamily="34" charset="0"/>
              <a:buChar char="▹"/>
              <a:defRPr lang="en-US" sz="1600" dirty="0">
                <a:solidFill>
                  <a:srgbClr val="4A5868"/>
                </a:solidFill>
                <a:latin typeface="Source Sans 3" pitchFamily="34" charset="0"/>
                <a:ea typeface="Source Sans 3" pitchFamily="34" charset="-122"/>
                <a:cs typeface="Source Sans 3" pitchFamily="34" charset="-120"/>
              </a:defRPr>
            </a:lvl5pPr>
          </a:lstStyle>
          <a:p>
            <a:pPr algn="l" marL="203200" indent="-203200">
              <a:lnSpc>
                <a:spcPct val="101000"/>
              </a:lnSpc>
              <a:spcAft>
                <a:spcPts val="800"/>
              </a:spcAft>
              <a:buSzPct val="100000"/>
              <a:buChar char="▸"/>
            </a:pPr>
            <a:r>
              <a:rPr lang="en-US" sz="1800" dirty="0">
                <a:solidFill>
                  <a:srgbClr val="1B2533"/>
                </a:solidFill>
                <a:latin typeface="Source Sans 3" pitchFamily="34" charset="0"/>
                <a:ea typeface="Source Sans 3" pitchFamily="34" charset="-122"/>
                <a:cs typeface="Source Sans 3" pitchFamily="34" charset="-120"/>
              </a:rPr>
              <a:t>Bullets for this column</a:t>
            </a:r>
            <a:endParaRPr lang="en-US" sz="1800" dirty="0"/>
          </a:p>
        </p:txBody>
      </p:sp>
      <p:sp>
        <p:nvSpPr>
          <p:cNvPr id="10" name="Shape 1"/>
          <p:cNvSpPr/>
          <p:nvPr/>
        </p:nvSpPr>
        <p:spPr>
          <a:xfrm>
            <a:off x="457200" y="4590288"/>
            <a:ext cx="8229600" cy="0"/>
          </a:xfrm>
          <a:prstGeom prst="line">
            <a:avLst/>
          </a:prstGeom>
          <a:noFill/>
          <a:ln w="9525">
            <a:solidFill>
              <a:srgbClr val="D6DEE8"/>
            </a:solidFill>
            <a:prstDash val="solid"/>
          </a:ln>
        </p:spPr>
      </p:sp>
      <p:sp>
        <p:nvSpPr>
          <p:cNvPr id="11" name="Text 2"/>
          <p:cNvSpPr txBox="1"/>
          <p:nvPr/>
        </p:nvSpPr>
        <p:spPr>
          <a:xfrm>
            <a:off x="457200" y="4663440"/>
            <a:ext cx="6675120" cy="274320"/>
          </a:xfrm>
          <a:prstGeom prst="rect">
            <a:avLst/>
          </a:prstGeom>
          <a:noFill/>
          <a:ln/>
        </p:spPr>
        <p:txBody>
          <a:bodyPr wrap="square" lIns="0" tIns="0" rIns="0" bIns="0" rtlCol="0" anchor="ctr"/>
          <a:lstStyle/>
          <a:p>
            <a:pPr algn="l" indent="0" marL="0">
              <a:buNone/>
            </a:pPr>
            <a:r>
              <a:rPr lang="en-US" sz="1400" dirty="0">
                <a:solidFill>
                  <a:srgbClr val="4A5868"/>
                </a:solidFill>
                <a:latin typeface="Source Sans 3" pitchFamily="34" charset="0"/>
                <a:ea typeface="Source Sans 3" pitchFamily="34" charset="-122"/>
                <a:cs typeface="Source Sans 3" pitchFamily="34" charset="-120"/>
              </a:rPr>
              <a:t>Advanced Telerobotics Research Lab  ·  Kent State University</a:t>
            </a:r>
            <a:endParaRPr lang="en-US" sz="1400" dirty="0"/>
          </a:p>
        </p:txBody>
      </p:sp>
      <p:sp>
        <p:nvSpPr>
          <p:cNvPr id="12" name="Text 3"/>
          <p:cNvSpPr txBox="1"/>
          <p:nvPr/>
        </p:nvSpPr>
        <p:spPr>
          <a:xfrm>
            <a:off x="7315200" y="4663440"/>
            <a:ext cx="1371600" cy="274320"/>
          </a:xfrm>
          <a:prstGeom prst="rect">
            <a:avLst/>
          </a:prstGeom>
          <a:noFill/>
          <a:ln/>
        </p:spPr>
        <p:txBody>
          <a:bodyPr wrap="square" lIns="0" tIns="0" rIns="0" bIns="0" rtlCol="0" anchor="ctr"/>
          <a:lstStyle/>
          <a:p>
            <a:pPr algn="r" indent="0" marL="0">
              <a:buNone/>
            </a:pPr>
            <a:fld id="{58470E0C-51D4-49B1-B8F1-2DE949213F3D}" type="slidenum">
              <a:rPr lang="en-US" sz="1400" dirty="0">
                <a:solidFill>
                  <a:srgbClr val="003976"/>
                </a:solidFill>
                <a:latin typeface="Source Code Pro" pitchFamily="34" charset="0"/>
                <a:ea typeface="Source Code Pro" pitchFamily="34" charset="-122"/>
                <a:cs typeface="Source Code Pro" pitchFamily="34" charset="-120"/>
              </a:rPr>
              <a:t>‹#›</a:t>
            </a:fld>
            <a:endParaRPr lang="en-US" sz="1400" dirty="0"/>
          </a:p>
        </p:txBody>
      </p:sp>
      <p:sp>
        <p:nvSpPr>
          <p:cNvPr id="13" name="Slide Number Placeholder"/>
          <p:cNvSpPr>
            <a:spLocks noGrp="1"/>
          </p:cNvSpPr>
          <p:nvPr>
            <p:ph type="sldNum" sz="quarter" idx="12"/>
          </p:nvPr>
        </p:nvSpPr>
        <p:spPr>
          <a:xfrm>
            <a:off x="7315200" y="4663440"/>
            <a:ext cx="1371600" cy="274320"/>
          </a:xfrm>
          <a:prstGeom prst="rect">
            <a:avLst/>
          </a:prstGeom>
        </p:spPr>
        <p:txBody>
          <a:bodyPr wrap="square" lIns="0" tIns="0" rIns="0" bIns="0" rtlCol="0" anchor="ctr"/>
          <a:lstStyle>
            <a:lvl1pPr algn="r">
              <a:lnSpc>
                <a:spcPts val="1800"/>
              </a:lnSpc>
              <a:buNone/>
              <a:defRPr sz="1400" kern="1200" lang="en-US" dirty="0">
                <a:solidFill>
                  <a:srgbClr val="003976"/>
                </a:solidFill>
                <a:latin typeface="Source Code Pro" pitchFamily="34" charset="0"/>
                <a:ea typeface="Source Code Pro" pitchFamily="34" charset="-122"/>
                <a:cs typeface="Source Code Pro" pitchFamily="34" charset="-120"/>
              </a:defRPr>
            </a:lvl1pPr>
          </a:lstStyle>
          <a:p>
            <a:fld id="{AB3B47DC-C752-4609-8B80-47897E6E5B53}" type="slidenum">
              <a:rPr sz="1400" kern="1200" lang="en-US" dirty="0">
                <a:solidFill>
                  <a:srgbClr val="003976"/>
                </a:solidFill>
                <a:latin typeface="Source Code Pro" pitchFamily="34" charset="0"/>
                <a:ea typeface="Source Code Pro" pitchFamily="34" charset="-122"/>
                <a:cs typeface="Source Code Pro" pitchFamily="34" charset="-120"/>
              </a:rPr>
              <a:t>‹#›</a:t>
            </a:fld>
            <a:endParaRPr lang="en-US" sz="1400"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type="objAndTx">
  <p:cSld name="ATR - Content + Imag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66928" cy="566928"/>
          </a:xfrm>
          <a:prstGeom prst="rect">
            <a:avLst/>
          </a:prstGeom>
          <a:solidFill>
            <a:srgbClr val="EFAB00"/>
          </a:solidFill>
          <a:ln w="12700">
            <a:solidFill>
              <a:srgbClr val="EFAB00"/>
            </a:solidFill>
            <a:prstDash val="solid"/>
          </a:ln>
        </p:spPr>
      </p:sp>
      <p:pic>
        <p:nvPicPr>
          <p:cNvPr id="3" name="Image 0" descr="ATR Lab mark">    </p:cNvPr>
          <p:cNvPicPr>
            <a:picLocks noChangeAspect="1"/>
          </p:cNvPicPr>
          <p:nvPr/>
        </p:nvPicPr>
        <p:blipFill>
          <a:blip r:embed="rId1"/>
          <a:stretch>
            <a:fillRect/>
          </a:stretch>
        </p:blipFill>
        <p:spPr>
          <a:xfrm>
            <a:off x="563453" y="484632"/>
            <a:ext cx="354421" cy="365760"/>
          </a:xfrm>
          <a:prstGeom prst="rect">
            <a:avLst/>
          </a:prstGeom>
        </p:spPr>
      </p:pic>
      <p:sp>
        <p:nvSpPr>
          <p:cNvPr id="4" name="eyebrow"/>
          <p:cNvSpPr>
            <a:spLocks noGrp="1"/>
          </p:cNvSpPr>
          <p:nvPr>
            <p:ph idx="102" type="body" hasCustomPrompt="1"/>
          </p:nvPr>
        </p:nvSpPr>
        <p:spPr>
          <a:xfrm>
            <a:off x="1207008" y="329184"/>
            <a:ext cx="7479792" cy="274320"/>
          </a:xfrm>
          <a:prstGeom prst="rect">
            <a:avLst/>
          </a:prstGeom>
          <a:noFill/>
          <a:ln/>
        </p:spPr>
        <p:txBody>
          <a:bodyPr wrap="square" rtlCol="0" lIns="0" tIns="0" rIns="0" bIns="0" anchor="ctr">
            <a:normAutofit/>
          </a:bodyPr>
          <a:lstStyle>
            <a:lvl1pPr algn="l" indent="0" marL="0">
              <a:lnSpc>
                <a:spcPct val="97000"/>
              </a:lnSpc>
              <a:spcBef>
                <a:spcPts val="0"/>
              </a:spcBef>
              <a:spcAft>
                <a:spcPts val="0"/>
              </a:spcAft>
              <a:buNone/>
              <a:defRPr lang="en-US" sz="1400" b="1" spc="250" kern="0" dirty="0">
                <a:solidFill>
                  <a:srgbClr val="8A6100"/>
                </a:solidFill>
                <a:latin typeface="Source Sans 3" pitchFamily="34" charset="0"/>
                <a:ea typeface="Source Sans 3" pitchFamily="34" charset="-122"/>
                <a:cs typeface="Source Sans 3" pitchFamily="34" charset="-120"/>
              </a:defRPr>
            </a:lvl1pPr>
          </a:lstStyle>
          <a:p>
            <a:pPr algn="l" indent="0" marL="0">
              <a:lnSpc>
                <a:spcPct val="97000"/>
              </a:lnSpc>
              <a:buNone/>
            </a:pPr>
            <a:r>
              <a:rPr lang="en-US" sz="1400" b="1" spc="250" kern="0" dirty="0">
                <a:solidFill>
                  <a:srgbClr val="8A6100"/>
                </a:solidFill>
                <a:latin typeface="Source Sans 3" pitchFamily="34" charset="0"/>
                <a:ea typeface="Source Sans 3" pitchFamily="34" charset="-122"/>
                <a:cs typeface="Source Sans 3" pitchFamily="34" charset="-120"/>
              </a:rPr>
              <a:t>SECTION 00  ·  SECTION NAME</a:t>
            </a:r>
            <a:endParaRPr lang="en-US" sz="1400" dirty="0"/>
          </a:p>
        </p:txBody>
      </p:sp>
      <p:sp>
        <p:nvSpPr>
          <p:cNvPr id="5" name="title"/>
          <p:cNvSpPr>
            <a:spLocks noGrp="1"/>
          </p:cNvSpPr>
          <p:nvPr>
            <p:ph idx="103" type="title" hasCustomPrompt="1"/>
          </p:nvPr>
        </p:nvSpPr>
        <p:spPr>
          <a:xfrm>
            <a:off x="1207008" y="566928"/>
            <a:ext cx="7479792" cy="475488"/>
          </a:xfrm>
          <a:prstGeom prst="rect">
            <a:avLst/>
          </a:prstGeom>
          <a:noFill/>
          <a:ln/>
        </p:spPr>
        <p:txBody>
          <a:bodyPr wrap="square" rtlCol="0" lIns="0" tIns="0" rIns="0" bIns="0" anchor="t">
            <a:normAutofit/>
          </a:bodyPr>
          <a:lstStyle>
            <a:lvl1pPr algn="l" indent="0" marL="0">
              <a:lnSpc>
                <a:spcPct val="85000"/>
              </a:lnSpc>
              <a:spcBef>
                <a:spcPts val="0"/>
              </a:spcBef>
              <a:spcAft>
                <a:spcPts val="0"/>
              </a:spcAft>
              <a:buNone/>
              <a:defRPr lang="en-US" sz="3200" b="1" dirty="0">
                <a:solidFill>
                  <a:srgbClr val="003976"/>
                </a:solidFill>
                <a:latin typeface="Source Sans 3" pitchFamily="34" charset="0"/>
                <a:ea typeface="Source Sans 3" pitchFamily="34" charset="-122"/>
                <a:cs typeface="Source Sans 3" pitchFamily="34" charset="-120"/>
              </a:defRPr>
            </a:lvl1pPr>
          </a:lstStyle>
          <a:p>
            <a:pPr algn="l" indent="0" marL="0">
              <a:lnSpc>
                <a:spcPct val="85000"/>
              </a:lnSpc>
              <a:buNone/>
            </a:pPr>
            <a:r>
              <a:rPr lang="en-US" sz="3200" b="1" dirty="0">
                <a:solidFill>
                  <a:srgbClr val="003976"/>
                </a:solidFill>
                <a:latin typeface="Source Sans 3" pitchFamily="34" charset="0"/>
                <a:ea typeface="Source Sans 3" pitchFamily="34" charset="-122"/>
                <a:cs typeface="Source Sans 3" pitchFamily="34" charset="-120"/>
              </a:rPr>
              <a:t>Slide title, one line, sentence case</a:t>
            </a:r>
            <a:endParaRPr lang="en-US" sz="3200" dirty="0"/>
          </a:p>
        </p:txBody>
      </p:sp>
      <p:sp>
        <p:nvSpPr>
          <p:cNvPr id="6" name="subhead"/>
          <p:cNvSpPr>
            <a:spLocks noGrp="1"/>
          </p:cNvSpPr>
          <p:nvPr>
            <p:ph idx="104" type="body" hasCustomPrompt="1"/>
          </p:nvPr>
        </p:nvSpPr>
        <p:spPr>
          <a:xfrm>
            <a:off x="457200" y="1298448"/>
            <a:ext cx="3268980" cy="658368"/>
          </a:xfrm>
          <a:prstGeom prst="rect">
            <a:avLst/>
          </a:prstGeom>
          <a:noFill/>
          <a:ln/>
        </p:spPr>
        <p:txBody>
          <a:bodyPr wrap="square" rtlCol="0" lIns="0" tIns="0" rIns="0" bIns="0" anchor="t">
            <a:normAutofit/>
          </a:bodyPr>
          <a:lstStyle>
            <a:lvl1pPr algn="l" indent="0" marL="0">
              <a:lnSpc>
                <a:spcPct val="89000"/>
              </a:lnSpc>
              <a:spcBef>
                <a:spcPts val="0"/>
              </a:spcBef>
              <a:spcAft>
                <a:spcPts val="0"/>
              </a:spcAft>
              <a:buNone/>
              <a:defRPr lang="en-US" sz="2200" b="1" dirty="0">
                <a:solidFill>
                  <a:srgbClr val="003976"/>
                </a:solidFill>
                <a:latin typeface="Source Sans 3" pitchFamily="34" charset="0"/>
                <a:ea typeface="Source Sans 3" pitchFamily="34" charset="-122"/>
                <a:cs typeface="Source Sans 3" pitchFamily="34" charset="-120"/>
              </a:defRPr>
            </a:lvl1pPr>
          </a:lstStyle>
          <a:p>
            <a:pPr algn="l" indent="0" marL="0">
              <a:lnSpc>
                <a:spcPct val="89000"/>
              </a:lnSpc>
              <a:buNone/>
            </a:pPr>
            <a:r>
              <a:rPr lang="en-US" sz="2200" b="1" dirty="0">
                <a:solidFill>
                  <a:srgbClr val="003976"/>
                </a:solidFill>
                <a:latin typeface="Source Sans 3" pitchFamily="34" charset="0"/>
                <a:ea typeface="Source Sans 3" pitchFamily="34" charset="-122"/>
                <a:cs typeface="Source Sans 3" pitchFamily="34" charset="-120"/>
              </a:rPr>
              <a:t>Lead statement, one or two lines</a:t>
            </a:r>
            <a:endParaRPr lang="en-US" sz="2200" dirty="0"/>
          </a:p>
        </p:txBody>
      </p:sp>
      <p:sp>
        <p:nvSpPr>
          <p:cNvPr id="7" name="body"/>
          <p:cNvSpPr>
            <a:spLocks noGrp="1"/>
          </p:cNvSpPr>
          <p:nvPr>
            <p:ph idx="105" type="body" hasCustomPrompt="1"/>
          </p:nvPr>
        </p:nvSpPr>
        <p:spPr>
          <a:xfrm>
            <a:off x="457200" y="2084832"/>
            <a:ext cx="3268980" cy="2231136"/>
          </a:xfrm>
          <a:prstGeom prst="rect">
            <a:avLst/>
          </a:prstGeom>
          <a:noFill/>
          <a:ln/>
        </p:spPr>
        <p:txBody>
          <a:bodyPr wrap="square" rtlCol="0" lIns="0" tIns="0" rIns="0" bIns="0" anchor="t">
            <a:normAutofit/>
          </a:bodyPr>
          <a:lstStyle>
            <a:lvl1pPr algn="l" marL="203200" indent="-203200">
              <a:lnSpc>
                <a:spcPct val="101000"/>
              </a:lnSpc>
              <a:spcBef>
                <a:spcPts val="0"/>
              </a:spcBef>
              <a:spcAft>
                <a:spcPts val="800"/>
              </a:spcAft>
              <a:buSzPct val="100000"/>
              <a:buChar char="▸"/>
              <a:defRPr lang="en-US" sz="1800" dirty="0">
                <a:solidFill>
                  <a:srgbClr val="1B2533"/>
                </a:solidFill>
                <a:latin typeface="Source Sans 3" pitchFamily="34" charset="0"/>
                <a:ea typeface="Source Sans 3" pitchFamily="34" charset="-122"/>
                <a:cs typeface="Source Sans 3" pitchFamily="34" charset="-120"/>
              </a:defRPr>
            </a:lvl1pPr>
            <a:lvl2pPr algn="l" marL="406196" indent="-202996">
              <a:lnSpc>
                <a:spcPct val="94000"/>
              </a:lnSpc>
              <a:spcBef>
                <a:spcPts val="0"/>
              </a:spcBef>
              <a:spcAft>
                <a:spcPts val="800"/>
              </a:spcAft>
              <a:buSzPct val="100000"/>
              <a:buFont typeface="Source Sans 3" pitchFamily="34" charset="0"/>
              <a:buChar char="▹"/>
              <a:defRPr lang="en-US" sz="1600" dirty="0">
                <a:solidFill>
                  <a:srgbClr val="4A5868"/>
                </a:solidFill>
                <a:latin typeface="Source Sans 3" pitchFamily="34" charset="0"/>
                <a:ea typeface="Source Sans 3" pitchFamily="34" charset="-122"/>
                <a:cs typeface="Source Sans 3" pitchFamily="34" charset="-120"/>
              </a:defRPr>
            </a:lvl2pPr>
            <a:lvl3pPr algn="l" marL="609193" indent="-202996">
              <a:lnSpc>
                <a:spcPct val="94000"/>
              </a:lnSpc>
              <a:spcBef>
                <a:spcPts val="0"/>
              </a:spcBef>
              <a:spcAft>
                <a:spcPts val="800"/>
              </a:spcAft>
              <a:buSzPct val="100000"/>
              <a:buFont typeface="Source Sans 3" pitchFamily="34" charset="0"/>
              <a:buChar char="▹"/>
              <a:defRPr lang="en-US" sz="1600" dirty="0">
                <a:solidFill>
                  <a:srgbClr val="4A5868"/>
                </a:solidFill>
                <a:latin typeface="Source Sans 3" pitchFamily="34" charset="0"/>
                <a:ea typeface="Source Sans 3" pitchFamily="34" charset="-122"/>
                <a:cs typeface="Source Sans 3" pitchFamily="34" charset="-120"/>
              </a:defRPr>
            </a:lvl3pPr>
            <a:lvl4pPr algn="l" marL="812190" indent="-202996">
              <a:lnSpc>
                <a:spcPct val="94000"/>
              </a:lnSpc>
              <a:spcBef>
                <a:spcPts val="0"/>
              </a:spcBef>
              <a:spcAft>
                <a:spcPts val="800"/>
              </a:spcAft>
              <a:buSzPct val="100000"/>
              <a:buFont typeface="Source Sans 3" pitchFamily="34" charset="0"/>
              <a:buChar char="▹"/>
              <a:defRPr lang="en-US" sz="1600" dirty="0">
                <a:solidFill>
                  <a:srgbClr val="4A5868"/>
                </a:solidFill>
                <a:latin typeface="Source Sans 3" pitchFamily="34" charset="0"/>
                <a:ea typeface="Source Sans 3" pitchFamily="34" charset="-122"/>
                <a:cs typeface="Source Sans 3" pitchFamily="34" charset="-120"/>
              </a:defRPr>
            </a:lvl4pPr>
            <a:lvl5pPr algn="l" marL="1015187" indent="-202996">
              <a:lnSpc>
                <a:spcPct val="94000"/>
              </a:lnSpc>
              <a:spcBef>
                <a:spcPts val="0"/>
              </a:spcBef>
              <a:spcAft>
                <a:spcPts val="800"/>
              </a:spcAft>
              <a:buSzPct val="100000"/>
              <a:buFont typeface="Source Sans 3" pitchFamily="34" charset="0"/>
              <a:buChar char="▹"/>
              <a:defRPr lang="en-US" sz="1600" dirty="0">
                <a:solidFill>
                  <a:srgbClr val="4A5868"/>
                </a:solidFill>
                <a:latin typeface="Source Sans 3" pitchFamily="34" charset="0"/>
                <a:ea typeface="Source Sans 3" pitchFamily="34" charset="-122"/>
                <a:cs typeface="Source Sans 3" pitchFamily="34" charset="-120"/>
              </a:defRPr>
            </a:lvl5pPr>
          </a:lstStyle>
          <a:p>
            <a:pPr algn="l" marL="203200" indent="-203200">
              <a:lnSpc>
                <a:spcPct val="101000"/>
              </a:lnSpc>
              <a:spcAft>
                <a:spcPts val="800"/>
              </a:spcAft>
              <a:buSzPct val="100000"/>
              <a:buChar char="▸"/>
            </a:pPr>
            <a:r>
              <a:rPr lang="en-US" sz="1800" dirty="0">
                <a:solidFill>
                  <a:srgbClr val="1B2533"/>
                </a:solidFill>
                <a:latin typeface="Source Sans 3" pitchFamily="34" charset="0"/>
                <a:ea typeface="Source Sans 3" pitchFamily="34" charset="-122"/>
                <a:cs typeface="Source Sans 3" pitchFamily="34" charset="-120"/>
              </a:rPr>
              <a:t>Up to three bullets</a:t>
            </a:r>
            <a:endParaRPr lang="en-US" sz="1800" dirty="0"/>
          </a:p>
        </p:txBody>
      </p:sp>
      <p:pic>
        <p:nvPicPr>
          <p:cNvPr id="8" name="Image 1" descr="">    </p:cNvPr>
          <p:cNvPicPr>
            <a:picLocks noChangeAspect="1"/>
          </p:cNvPicPr>
          <p:nvPr/>
        </p:nvPicPr>
        <p:blipFill>
          <a:blip r:embed="rId2"/>
          <a:stretch>
            <a:fillRect/>
          </a:stretch>
        </p:blipFill>
        <p:spPr>
          <a:xfrm>
            <a:off x="4000500" y="1298448"/>
            <a:ext cx="4686300" cy="2514600"/>
          </a:xfrm>
          <a:prstGeom prst="rect">
            <a:avLst/>
          </a:prstGeom>
        </p:spPr>
      </p:pic>
      <p:sp>
        <p:nvSpPr>
          <p:cNvPr id="9" name="Figure"/>
          <p:cNvSpPr>
            <a:spLocks noGrp="1"/>
          </p:cNvSpPr>
          <p:nvPr>
            <p:ph idx="107" hasCustomPrompt="1" type="pic"/>
          </p:nvPr>
        </p:nvSpPr>
        <p:spPr>
          <a:xfrm>
            <a:off x="4000500" y="1298448"/>
            <a:ext cx="4686300" cy="2514600"/>
          </a:xfrm>
          <a:prstGeom prst="rect">
            <a:avLst/>
          </a:prstGeom>
          <a:noFill/>
          <a:ln/>
        </p:spPr>
        <p:txBody>
          <a:bodyPr wrap="square" rtlCol="0" anchor="ctr"/>
          <a:lstStyle/>
          <a:p>
            <a:endParaRPr lang="en-US"/>
          </a:p>
        </p:txBody>
      </p:sp>
      <p:sp>
        <p:nvSpPr>
          <p:cNvPr id="10" name="caption"/>
          <p:cNvSpPr>
            <a:spLocks noGrp="1"/>
          </p:cNvSpPr>
          <p:nvPr>
            <p:ph idx="108" type="body" hasCustomPrompt="1"/>
          </p:nvPr>
        </p:nvSpPr>
        <p:spPr>
          <a:xfrm>
            <a:off x="4000500" y="3858768"/>
            <a:ext cx="4686300" cy="475488"/>
          </a:xfrm>
          <a:prstGeom prst="rect">
            <a:avLst/>
          </a:prstGeom>
          <a:noFill/>
          <a:ln/>
        </p:spPr>
        <p:txBody>
          <a:bodyPr wrap="square" rtlCol="0" lIns="0" tIns="0" rIns="0" bIns="0" anchor="t">
            <a:normAutofit/>
          </a:bodyPr>
          <a:lstStyle>
            <a:lvl1pPr algn="l" indent="0" marL="0">
              <a:lnSpc>
                <a:spcPct val="102000"/>
              </a:lnSpc>
              <a:spcBef>
                <a:spcPts val="0"/>
              </a:spcBef>
              <a:spcAft>
                <a:spcPts val="0"/>
              </a:spcAft>
              <a:buNone/>
              <a:defRPr lang="en-US" sz="1400" dirty="0">
                <a:solidFill>
                  <a:srgbClr val="4A5868"/>
                </a:solidFill>
                <a:latin typeface="Source Code Pro" pitchFamily="34" charset="0"/>
                <a:ea typeface="Source Code Pro" pitchFamily="34" charset="-122"/>
                <a:cs typeface="Source Code Pro" pitchFamily="34" charset="-120"/>
              </a:defRPr>
            </a:lvl1pPr>
          </a:lstStyle>
          <a:p>
            <a:pPr algn="l" indent="0" marL="0">
              <a:lnSpc>
                <a:spcPct val="102000"/>
              </a:lnSpc>
              <a:buNone/>
            </a:pPr>
            <a:r>
              <a:rPr lang="en-US" sz="1400" dirty="0">
                <a:solidFill>
                  <a:srgbClr val="4A5868"/>
                </a:solidFill>
                <a:latin typeface="Source Code Pro" pitchFamily="34" charset="0"/>
                <a:ea typeface="Source Code Pro" pitchFamily="34" charset="-122"/>
                <a:cs typeface="Source Code Pro" pitchFamily="34" charset="-120"/>
              </a:rPr>
              <a:t>FIG. 01 // Caption; AI images say "Concept illustration, not lab hardware"</a:t>
            </a:r>
            <a:endParaRPr lang="en-US" sz="1400" dirty="0"/>
          </a:p>
        </p:txBody>
      </p:sp>
      <p:sp>
        <p:nvSpPr>
          <p:cNvPr id="11" name="Shape 1"/>
          <p:cNvSpPr/>
          <p:nvPr/>
        </p:nvSpPr>
        <p:spPr>
          <a:xfrm>
            <a:off x="457200" y="4590288"/>
            <a:ext cx="8229600" cy="0"/>
          </a:xfrm>
          <a:prstGeom prst="line">
            <a:avLst/>
          </a:prstGeom>
          <a:noFill/>
          <a:ln w="9525">
            <a:solidFill>
              <a:srgbClr val="D6DEE8"/>
            </a:solidFill>
            <a:prstDash val="solid"/>
          </a:ln>
        </p:spPr>
      </p:sp>
      <p:sp>
        <p:nvSpPr>
          <p:cNvPr id="12" name="Text 2"/>
          <p:cNvSpPr txBox="1"/>
          <p:nvPr/>
        </p:nvSpPr>
        <p:spPr>
          <a:xfrm>
            <a:off x="457200" y="4663440"/>
            <a:ext cx="6675120" cy="274320"/>
          </a:xfrm>
          <a:prstGeom prst="rect">
            <a:avLst/>
          </a:prstGeom>
          <a:noFill/>
          <a:ln/>
        </p:spPr>
        <p:txBody>
          <a:bodyPr wrap="square" lIns="0" tIns="0" rIns="0" bIns="0" rtlCol="0" anchor="ctr"/>
          <a:lstStyle/>
          <a:p>
            <a:pPr algn="l" indent="0" marL="0">
              <a:buNone/>
            </a:pPr>
            <a:r>
              <a:rPr lang="en-US" sz="1400" dirty="0">
                <a:solidFill>
                  <a:srgbClr val="4A5868"/>
                </a:solidFill>
                <a:latin typeface="Source Sans 3" pitchFamily="34" charset="0"/>
                <a:ea typeface="Source Sans 3" pitchFamily="34" charset="-122"/>
                <a:cs typeface="Source Sans 3" pitchFamily="34" charset="-120"/>
              </a:rPr>
              <a:t>Advanced Telerobotics Research Lab  ·  Kent State University</a:t>
            </a:r>
            <a:endParaRPr lang="en-US" sz="1400" dirty="0"/>
          </a:p>
        </p:txBody>
      </p:sp>
      <p:sp>
        <p:nvSpPr>
          <p:cNvPr id="13" name="Text 3"/>
          <p:cNvSpPr txBox="1"/>
          <p:nvPr/>
        </p:nvSpPr>
        <p:spPr>
          <a:xfrm>
            <a:off x="7315200" y="4663440"/>
            <a:ext cx="1371600" cy="274320"/>
          </a:xfrm>
          <a:prstGeom prst="rect">
            <a:avLst/>
          </a:prstGeom>
          <a:noFill/>
          <a:ln/>
        </p:spPr>
        <p:txBody>
          <a:bodyPr wrap="square" lIns="0" tIns="0" rIns="0" bIns="0" rtlCol="0" anchor="ctr"/>
          <a:lstStyle/>
          <a:p>
            <a:pPr algn="r" indent="0" marL="0">
              <a:buNone/>
            </a:pPr>
            <a:fld id="{7C516EDA-2B12-472B-A787-75365B8C5780}" type="slidenum">
              <a:rPr lang="en-US" sz="1400" dirty="0">
                <a:solidFill>
                  <a:srgbClr val="003976"/>
                </a:solidFill>
                <a:latin typeface="Source Code Pro" pitchFamily="34" charset="0"/>
                <a:ea typeface="Source Code Pro" pitchFamily="34" charset="-122"/>
                <a:cs typeface="Source Code Pro" pitchFamily="34" charset="-120"/>
              </a:rPr>
              <a:t>‹#›</a:t>
            </a:fld>
            <a:endParaRPr lang="en-US" sz="1400" dirty="0"/>
          </a:p>
        </p:txBody>
      </p:sp>
      <p:sp>
        <p:nvSpPr>
          <p:cNvPr id="14" name="Slide Number Placeholder"/>
          <p:cNvSpPr>
            <a:spLocks noGrp="1"/>
          </p:cNvSpPr>
          <p:nvPr>
            <p:ph type="sldNum" sz="quarter" idx="12"/>
          </p:nvPr>
        </p:nvSpPr>
        <p:spPr>
          <a:xfrm>
            <a:off x="7315200" y="4663440"/>
            <a:ext cx="1371600" cy="274320"/>
          </a:xfrm>
          <a:prstGeom prst="rect">
            <a:avLst/>
          </a:prstGeom>
        </p:spPr>
        <p:txBody>
          <a:bodyPr wrap="square" lIns="0" tIns="0" rIns="0" bIns="0" rtlCol="0" anchor="ctr"/>
          <a:lstStyle>
            <a:lvl1pPr algn="r">
              <a:lnSpc>
                <a:spcPts val="1800"/>
              </a:lnSpc>
              <a:buNone/>
              <a:defRPr sz="1400" kern="1200" lang="en-US" dirty="0">
                <a:solidFill>
                  <a:srgbClr val="003976"/>
                </a:solidFill>
                <a:latin typeface="Source Code Pro" pitchFamily="34" charset="0"/>
                <a:ea typeface="Source Code Pro" pitchFamily="34" charset="-122"/>
                <a:cs typeface="Source Code Pro" pitchFamily="34" charset="-120"/>
              </a:defRPr>
            </a:lvl1pPr>
          </a:lstStyle>
          <a:p>
            <a:fld id="{8A47797D-867B-4DD0-9CFD-22BDF5A75C6F}" type="slidenum">
              <a:rPr sz="1400" kern="1200" lang="en-US" dirty="0">
                <a:solidFill>
                  <a:srgbClr val="003976"/>
                </a:solidFill>
                <a:latin typeface="Source Code Pro" pitchFamily="34" charset="0"/>
                <a:ea typeface="Source Code Pro" pitchFamily="34" charset="-122"/>
                <a:cs typeface="Source Code Pro" pitchFamily="34" charset="-120"/>
              </a:rPr>
              <a:t>‹#›</a:t>
            </a:fld>
            <a:endParaRPr lang="en-US" sz="1400"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type="picTx">
  <p:cSld name="ATR - Full-Bleed Imag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66928" cy="566928"/>
          </a:xfrm>
          <a:prstGeom prst="rect">
            <a:avLst/>
          </a:prstGeom>
          <a:solidFill>
            <a:srgbClr val="EFAB00"/>
          </a:solidFill>
          <a:ln w="12700">
            <a:solidFill>
              <a:srgbClr val="EFAB00"/>
            </a:solidFill>
            <a:prstDash val="solid"/>
          </a:ln>
        </p:spPr>
      </p:sp>
      <p:pic>
        <p:nvPicPr>
          <p:cNvPr id="3" name="Image 0" descr="ATR Lab mark">    </p:cNvPr>
          <p:cNvPicPr>
            <a:picLocks noChangeAspect="1"/>
          </p:cNvPicPr>
          <p:nvPr/>
        </p:nvPicPr>
        <p:blipFill>
          <a:blip r:embed="rId1"/>
          <a:stretch>
            <a:fillRect/>
          </a:stretch>
        </p:blipFill>
        <p:spPr>
          <a:xfrm>
            <a:off x="563453" y="484632"/>
            <a:ext cx="354421" cy="365760"/>
          </a:xfrm>
          <a:prstGeom prst="rect">
            <a:avLst/>
          </a:prstGeom>
        </p:spPr>
      </p:pic>
      <p:sp>
        <p:nvSpPr>
          <p:cNvPr id="4" name="eyebrow"/>
          <p:cNvSpPr>
            <a:spLocks noGrp="1"/>
          </p:cNvSpPr>
          <p:nvPr>
            <p:ph idx="102" type="body" hasCustomPrompt="1"/>
          </p:nvPr>
        </p:nvSpPr>
        <p:spPr>
          <a:xfrm>
            <a:off x="1207008" y="329184"/>
            <a:ext cx="3108960" cy="274320"/>
          </a:xfrm>
          <a:prstGeom prst="rect">
            <a:avLst/>
          </a:prstGeom>
          <a:noFill/>
          <a:ln/>
        </p:spPr>
        <p:txBody>
          <a:bodyPr wrap="square" rtlCol="0" lIns="0" tIns="0" rIns="0" bIns="0" anchor="ctr">
            <a:normAutofit/>
          </a:bodyPr>
          <a:lstStyle>
            <a:lvl1pPr algn="l" indent="0" marL="0">
              <a:lnSpc>
                <a:spcPct val="97000"/>
              </a:lnSpc>
              <a:spcBef>
                <a:spcPts val="0"/>
              </a:spcBef>
              <a:spcAft>
                <a:spcPts val="0"/>
              </a:spcAft>
              <a:buNone/>
              <a:defRPr lang="en-US" sz="1400" b="1" spc="250" kern="0" dirty="0">
                <a:solidFill>
                  <a:srgbClr val="8A6100"/>
                </a:solidFill>
                <a:latin typeface="Source Sans 3" pitchFamily="34" charset="0"/>
                <a:ea typeface="Source Sans 3" pitchFamily="34" charset="-122"/>
                <a:cs typeface="Source Sans 3" pitchFamily="34" charset="-120"/>
              </a:defRPr>
            </a:lvl1pPr>
          </a:lstStyle>
          <a:p>
            <a:pPr algn="l" indent="0" marL="0">
              <a:lnSpc>
                <a:spcPct val="97000"/>
              </a:lnSpc>
              <a:buNone/>
            </a:pPr>
            <a:r>
              <a:rPr lang="en-US" sz="1400" b="1" spc="250" kern="0" dirty="0">
                <a:solidFill>
                  <a:srgbClr val="8A6100"/>
                </a:solidFill>
                <a:latin typeface="Source Sans 3" pitchFamily="34" charset="0"/>
                <a:ea typeface="Source Sans 3" pitchFamily="34" charset="-122"/>
                <a:cs typeface="Source Sans 3" pitchFamily="34" charset="-120"/>
              </a:rPr>
              <a:t>SECTION NAME</a:t>
            </a:r>
            <a:endParaRPr lang="en-US" sz="1400" dirty="0"/>
          </a:p>
        </p:txBody>
      </p:sp>
      <p:sp>
        <p:nvSpPr>
          <p:cNvPr id="5" name="title"/>
          <p:cNvSpPr>
            <a:spLocks noGrp="1"/>
          </p:cNvSpPr>
          <p:nvPr>
            <p:ph idx="103" type="title" hasCustomPrompt="1"/>
          </p:nvPr>
        </p:nvSpPr>
        <p:spPr>
          <a:xfrm>
            <a:off x="1207008" y="566928"/>
            <a:ext cx="3108960" cy="932688"/>
          </a:xfrm>
          <a:prstGeom prst="rect">
            <a:avLst/>
          </a:prstGeom>
          <a:noFill/>
          <a:ln/>
        </p:spPr>
        <p:txBody>
          <a:bodyPr wrap="square" rtlCol="0" lIns="0" tIns="0" rIns="0" bIns="0" anchor="t">
            <a:normAutofit/>
          </a:bodyPr>
          <a:lstStyle>
            <a:lvl1pPr algn="l" indent="0" marL="0">
              <a:lnSpc>
                <a:spcPct val="85000"/>
              </a:lnSpc>
              <a:spcBef>
                <a:spcPts val="0"/>
              </a:spcBef>
              <a:spcAft>
                <a:spcPts val="0"/>
              </a:spcAft>
              <a:buNone/>
              <a:defRPr lang="en-US" sz="3200" b="1" dirty="0">
                <a:solidFill>
                  <a:srgbClr val="003976"/>
                </a:solidFill>
                <a:latin typeface="Source Sans 3" pitchFamily="34" charset="0"/>
                <a:ea typeface="Source Sans 3" pitchFamily="34" charset="-122"/>
                <a:cs typeface="Source Sans 3" pitchFamily="34" charset="-120"/>
              </a:defRPr>
            </a:lvl1pPr>
          </a:lstStyle>
          <a:p>
            <a:pPr algn="l" indent="0" marL="0">
              <a:lnSpc>
                <a:spcPct val="85000"/>
              </a:lnSpc>
              <a:buNone/>
            </a:pPr>
            <a:r>
              <a:rPr lang="en-US" sz="3200" b="1" dirty="0">
                <a:solidFill>
                  <a:srgbClr val="003976"/>
                </a:solidFill>
                <a:latin typeface="Source Sans 3" pitchFamily="34" charset="0"/>
                <a:ea typeface="Source Sans 3" pitchFamily="34" charset="-122"/>
                <a:cs typeface="Source Sans 3" pitchFamily="34" charset="-120"/>
              </a:rPr>
              <a:t>Slide title, up to two lines</a:t>
            </a:r>
            <a:endParaRPr lang="en-US" sz="3200" dirty="0"/>
          </a:p>
        </p:txBody>
      </p:sp>
      <p:sp>
        <p:nvSpPr>
          <p:cNvPr id="6" name="body"/>
          <p:cNvSpPr>
            <a:spLocks noGrp="1"/>
          </p:cNvSpPr>
          <p:nvPr>
            <p:ph idx="104" type="body" hasCustomPrompt="1"/>
          </p:nvPr>
        </p:nvSpPr>
        <p:spPr>
          <a:xfrm>
            <a:off x="457200" y="1755648"/>
            <a:ext cx="3840480" cy="2029968"/>
          </a:xfrm>
          <a:prstGeom prst="rect">
            <a:avLst/>
          </a:prstGeom>
          <a:noFill/>
          <a:ln/>
        </p:spPr>
        <p:txBody>
          <a:bodyPr wrap="square" rtlCol="0" lIns="0" tIns="0" rIns="0" bIns="0" anchor="t">
            <a:normAutofit/>
          </a:bodyPr>
          <a:lstStyle>
            <a:lvl1pPr algn="l" marL="203200" indent="-203200">
              <a:lnSpc>
                <a:spcPct val="101000"/>
              </a:lnSpc>
              <a:spcBef>
                <a:spcPts val="0"/>
              </a:spcBef>
              <a:spcAft>
                <a:spcPts val="800"/>
              </a:spcAft>
              <a:buSzPct val="100000"/>
              <a:buChar char="▸"/>
              <a:defRPr lang="en-US" sz="1800" dirty="0">
                <a:solidFill>
                  <a:srgbClr val="1B2533"/>
                </a:solidFill>
                <a:latin typeface="Source Sans 3" pitchFamily="34" charset="0"/>
                <a:ea typeface="Source Sans 3" pitchFamily="34" charset="-122"/>
                <a:cs typeface="Source Sans 3" pitchFamily="34" charset="-120"/>
              </a:defRPr>
            </a:lvl1pPr>
            <a:lvl2pPr algn="l" marL="406196" indent="-202996">
              <a:lnSpc>
                <a:spcPct val="94000"/>
              </a:lnSpc>
              <a:spcBef>
                <a:spcPts val="0"/>
              </a:spcBef>
              <a:spcAft>
                <a:spcPts val="800"/>
              </a:spcAft>
              <a:buSzPct val="100000"/>
              <a:buFont typeface="Source Sans 3" pitchFamily="34" charset="0"/>
              <a:buChar char="▹"/>
              <a:defRPr lang="en-US" sz="1600" dirty="0">
                <a:solidFill>
                  <a:srgbClr val="4A5868"/>
                </a:solidFill>
                <a:latin typeface="Source Sans 3" pitchFamily="34" charset="0"/>
                <a:ea typeface="Source Sans 3" pitchFamily="34" charset="-122"/>
                <a:cs typeface="Source Sans 3" pitchFamily="34" charset="-120"/>
              </a:defRPr>
            </a:lvl2pPr>
            <a:lvl3pPr algn="l" marL="609193" indent="-202996">
              <a:lnSpc>
                <a:spcPct val="94000"/>
              </a:lnSpc>
              <a:spcBef>
                <a:spcPts val="0"/>
              </a:spcBef>
              <a:spcAft>
                <a:spcPts val="800"/>
              </a:spcAft>
              <a:buSzPct val="100000"/>
              <a:buFont typeface="Source Sans 3" pitchFamily="34" charset="0"/>
              <a:buChar char="▹"/>
              <a:defRPr lang="en-US" sz="1600" dirty="0">
                <a:solidFill>
                  <a:srgbClr val="4A5868"/>
                </a:solidFill>
                <a:latin typeface="Source Sans 3" pitchFamily="34" charset="0"/>
                <a:ea typeface="Source Sans 3" pitchFamily="34" charset="-122"/>
                <a:cs typeface="Source Sans 3" pitchFamily="34" charset="-120"/>
              </a:defRPr>
            </a:lvl3pPr>
            <a:lvl4pPr algn="l" marL="812190" indent="-202996">
              <a:lnSpc>
                <a:spcPct val="94000"/>
              </a:lnSpc>
              <a:spcBef>
                <a:spcPts val="0"/>
              </a:spcBef>
              <a:spcAft>
                <a:spcPts val="800"/>
              </a:spcAft>
              <a:buSzPct val="100000"/>
              <a:buFont typeface="Source Sans 3" pitchFamily="34" charset="0"/>
              <a:buChar char="▹"/>
              <a:defRPr lang="en-US" sz="1600" dirty="0">
                <a:solidFill>
                  <a:srgbClr val="4A5868"/>
                </a:solidFill>
                <a:latin typeface="Source Sans 3" pitchFamily="34" charset="0"/>
                <a:ea typeface="Source Sans 3" pitchFamily="34" charset="-122"/>
                <a:cs typeface="Source Sans 3" pitchFamily="34" charset="-120"/>
              </a:defRPr>
            </a:lvl4pPr>
            <a:lvl5pPr algn="l" marL="1015187" indent="-202996">
              <a:lnSpc>
                <a:spcPct val="94000"/>
              </a:lnSpc>
              <a:spcBef>
                <a:spcPts val="0"/>
              </a:spcBef>
              <a:spcAft>
                <a:spcPts val="800"/>
              </a:spcAft>
              <a:buSzPct val="100000"/>
              <a:buFont typeface="Source Sans 3" pitchFamily="34" charset="0"/>
              <a:buChar char="▹"/>
              <a:defRPr lang="en-US" sz="1600" dirty="0">
                <a:solidFill>
                  <a:srgbClr val="4A5868"/>
                </a:solidFill>
                <a:latin typeface="Source Sans 3" pitchFamily="34" charset="0"/>
                <a:ea typeface="Source Sans 3" pitchFamily="34" charset="-122"/>
                <a:cs typeface="Source Sans 3" pitchFamily="34" charset="-120"/>
              </a:defRPr>
            </a:lvl5pPr>
          </a:lstStyle>
          <a:p>
            <a:pPr algn="l" marL="203200" indent="-203200">
              <a:lnSpc>
                <a:spcPct val="101000"/>
              </a:lnSpc>
              <a:spcAft>
                <a:spcPts val="800"/>
              </a:spcAft>
              <a:buSzPct val="100000"/>
              <a:buChar char="▸"/>
            </a:pPr>
            <a:r>
              <a:rPr lang="en-US" sz="1800" dirty="0">
                <a:solidFill>
                  <a:srgbClr val="1B2533"/>
                </a:solidFill>
                <a:latin typeface="Source Sans 3" pitchFamily="34" charset="0"/>
                <a:ea typeface="Source Sans 3" pitchFamily="34" charset="-122"/>
                <a:cs typeface="Source Sans 3" pitchFamily="34" charset="-120"/>
              </a:rPr>
              <a:t>Up to three bullets</a:t>
            </a:r>
            <a:endParaRPr lang="en-US" sz="1800" dirty="0"/>
          </a:p>
        </p:txBody>
      </p:sp>
      <p:sp>
        <p:nvSpPr>
          <p:cNvPr id="7" name="caption"/>
          <p:cNvSpPr>
            <a:spLocks noGrp="1"/>
          </p:cNvSpPr>
          <p:nvPr>
            <p:ph idx="105" type="body" hasCustomPrompt="1"/>
          </p:nvPr>
        </p:nvSpPr>
        <p:spPr>
          <a:xfrm>
            <a:off x="457200" y="3840480"/>
            <a:ext cx="3840480" cy="475488"/>
          </a:xfrm>
          <a:prstGeom prst="rect">
            <a:avLst/>
          </a:prstGeom>
          <a:noFill/>
          <a:ln/>
        </p:spPr>
        <p:txBody>
          <a:bodyPr wrap="square" rtlCol="0" lIns="0" tIns="0" rIns="0" bIns="0" anchor="t">
            <a:normAutofit/>
          </a:bodyPr>
          <a:lstStyle>
            <a:lvl1pPr algn="l" indent="0" marL="0">
              <a:lnSpc>
                <a:spcPct val="102000"/>
              </a:lnSpc>
              <a:spcBef>
                <a:spcPts val="0"/>
              </a:spcBef>
              <a:spcAft>
                <a:spcPts val="0"/>
              </a:spcAft>
              <a:buNone/>
              <a:defRPr lang="en-US" sz="1400" dirty="0">
                <a:solidFill>
                  <a:srgbClr val="4A5868"/>
                </a:solidFill>
                <a:latin typeface="Source Code Pro" pitchFamily="34" charset="0"/>
                <a:ea typeface="Source Code Pro" pitchFamily="34" charset="-122"/>
                <a:cs typeface="Source Code Pro" pitchFamily="34" charset="-120"/>
              </a:defRPr>
            </a:lvl1pPr>
          </a:lstStyle>
          <a:p>
            <a:pPr algn="l" indent="0" marL="0">
              <a:lnSpc>
                <a:spcPct val="102000"/>
              </a:lnSpc>
              <a:buNone/>
            </a:pPr>
            <a:r>
              <a:rPr lang="en-US" sz="1400" dirty="0">
                <a:solidFill>
                  <a:srgbClr val="4A5868"/>
                </a:solidFill>
                <a:latin typeface="Source Code Pro" pitchFamily="34" charset="0"/>
                <a:ea typeface="Source Code Pro" pitchFamily="34" charset="-122"/>
                <a:cs typeface="Source Code Pro" pitchFamily="34" charset="-120"/>
              </a:rPr>
              <a:t>FIG. 02 // Caption, credit, date</a:t>
            </a:r>
            <a:endParaRPr lang="en-US" sz="1400" dirty="0"/>
          </a:p>
        </p:txBody>
      </p:sp>
      <p:sp>
        <p:nvSpPr>
          <p:cNvPr id="8" name="Photo"/>
          <p:cNvSpPr>
            <a:spLocks noGrp="1"/>
          </p:cNvSpPr>
          <p:nvPr>
            <p:ph idx="106" hasCustomPrompt="1" type="pic"/>
          </p:nvPr>
        </p:nvSpPr>
        <p:spPr>
          <a:xfrm>
            <a:off x="4572000" y="0"/>
            <a:ext cx="4572000" cy="4590288"/>
          </a:xfrm>
          <a:prstGeom prst="rect">
            <a:avLst/>
          </a:prstGeom>
          <a:noFill/>
          <a:ln/>
        </p:spPr>
        <p:txBody>
          <a:bodyPr wrap="square" rtlCol="0" anchor="ctr"/>
          <a:lstStyle/>
          <a:p>
            <a:endParaRPr lang="en-US"/>
          </a:p>
        </p:txBody>
      </p:sp>
      <p:sp>
        <p:nvSpPr>
          <p:cNvPr id="9" name="Shape 1"/>
          <p:cNvSpPr/>
          <p:nvPr/>
        </p:nvSpPr>
        <p:spPr>
          <a:xfrm>
            <a:off x="457200" y="4590288"/>
            <a:ext cx="8229600" cy="0"/>
          </a:xfrm>
          <a:prstGeom prst="line">
            <a:avLst/>
          </a:prstGeom>
          <a:noFill/>
          <a:ln w="9525">
            <a:solidFill>
              <a:srgbClr val="D6DEE8"/>
            </a:solidFill>
            <a:prstDash val="solid"/>
          </a:ln>
        </p:spPr>
      </p:sp>
      <p:sp>
        <p:nvSpPr>
          <p:cNvPr id="10" name="Text 2"/>
          <p:cNvSpPr txBox="1"/>
          <p:nvPr/>
        </p:nvSpPr>
        <p:spPr>
          <a:xfrm>
            <a:off x="457200" y="4663440"/>
            <a:ext cx="6675120" cy="274320"/>
          </a:xfrm>
          <a:prstGeom prst="rect">
            <a:avLst/>
          </a:prstGeom>
          <a:noFill/>
          <a:ln/>
        </p:spPr>
        <p:txBody>
          <a:bodyPr wrap="square" lIns="0" tIns="0" rIns="0" bIns="0" rtlCol="0" anchor="ctr"/>
          <a:lstStyle/>
          <a:p>
            <a:pPr algn="l" indent="0" marL="0">
              <a:buNone/>
            </a:pPr>
            <a:r>
              <a:rPr lang="en-US" sz="1400" dirty="0">
                <a:solidFill>
                  <a:srgbClr val="4A5868"/>
                </a:solidFill>
                <a:latin typeface="Source Sans 3" pitchFamily="34" charset="0"/>
                <a:ea typeface="Source Sans 3" pitchFamily="34" charset="-122"/>
                <a:cs typeface="Source Sans 3" pitchFamily="34" charset="-120"/>
              </a:rPr>
              <a:t>Advanced Telerobotics Research Lab  ·  Kent State University</a:t>
            </a:r>
            <a:endParaRPr lang="en-US" sz="1400" dirty="0"/>
          </a:p>
        </p:txBody>
      </p:sp>
      <p:sp>
        <p:nvSpPr>
          <p:cNvPr id="11" name="Text 3"/>
          <p:cNvSpPr txBox="1"/>
          <p:nvPr/>
        </p:nvSpPr>
        <p:spPr>
          <a:xfrm>
            <a:off x="7315200" y="4663440"/>
            <a:ext cx="1371600" cy="274320"/>
          </a:xfrm>
          <a:prstGeom prst="rect">
            <a:avLst/>
          </a:prstGeom>
          <a:noFill/>
          <a:ln/>
        </p:spPr>
        <p:txBody>
          <a:bodyPr wrap="square" lIns="0" tIns="0" rIns="0" bIns="0" rtlCol="0" anchor="ctr"/>
          <a:lstStyle/>
          <a:p>
            <a:pPr algn="r" indent="0" marL="0">
              <a:buNone/>
            </a:pPr>
            <a:fld id="{56B30985-D3EE-441E-937E-8DDCBF989682}" type="slidenum">
              <a:rPr lang="en-US" sz="1400" dirty="0">
                <a:solidFill>
                  <a:srgbClr val="003976"/>
                </a:solidFill>
                <a:latin typeface="Source Code Pro" pitchFamily="34" charset="0"/>
                <a:ea typeface="Source Code Pro" pitchFamily="34" charset="-122"/>
                <a:cs typeface="Source Code Pro" pitchFamily="34" charset="-120"/>
              </a:rPr>
              <a:t>‹#›</a:t>
            </a:fld>
            <a:endParaRPr lang="en-US" sz="1400" dirty="0"/>
          </a:p>
        </p:txBody>
      </p:sp>
      <p:sp>
        <p:nvSpPr>
          <p:cNvPr id="12" name="Slide Number Placeholder"/>
          <p:cNvSpPr>
            <a:spLocks noGrp="1"/>
          </p:cNvSpPr>
          <p:nvPr>
            <p:ph type="sldNum" sz="quarter" idx="12"/>
          </p:nvPr>
        </p:nvSpPr>
        <p:spPr>
          <a:xfrm>
            <a:off x="7315200" y="4663440"/>
            <a:ext cx="1371600" cy="274320"/>
          </a:xfrm>
          <a:prstGeom prst="rect">
            <a:avLst/>
          </a:prstGeom>
        </p:spPr>
        <p:txBody>
          <a:bodyPr wrap="square" lIns="0" tIns="0" rIns="0" bIns="0" rtlCol="0" anchor="ctr"/>
          <a:lstStyle>
            <a:lvl1pPr algn="r">
              <a:lnSpc>
                <a:spcPts val="1800"/>
              </a:lnSpc>
              <a:buNone/>
              <a:defRPr sz="1400" kern="1200" lang="en-US" dirty="0">
                <a:solidFill>
                  <a:srgbClr val="003976"/>
                </a:solidFill>
                <a:latin typeface="Source Code Pro" pitchFamily="34" charset="0"/>
                <a:ea typeface="Source Code Pro" pitchFamily="34" charset="-122"/>
                <a:cs typeface="Source Code Pro" pitchFamily="34" charset="-120"/>
              </a:defRPr>
            </a:lvl1pPr>
          </a:lstStyle>
          <a:p>
            <a:fld id="{CF6E08A8-590F-42D7-9A52-9E8E1A423817}" type="slidenum">
              <a:rPr sz="1400" kern="1200" lang="en-US" dirty="0">
                <a:solidFill>
                  <a:srgbClr val="003976"/>
                </a:solidFill>
                <a:latin typeface="Source Code Pro" pitchFamily="34" charset="0"/>
                <a:ea typeface="Source Code Pro" pitchFamily="34" charset="-122"/>
                <a:cs typeface="Source Code Pro" pitchFamily="34" charset="-120"/>
              </a:rPr>
              <a:t>‹#›</a:t>
            </a:fld>
            <a:endParaRPr lang="en-US" sz="1400"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type="obj">
  <p:cSld name="ATR - Three Icon Columns">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66928" cy="566928"/>
          </a:xfrm>
          <a:prstGeom prst="rect">
            <a:avLst/>
          </a:prstGeom>
          <a:solidFill>
            <a:srgbClr val="EFAB00"/>
          </a:solidFill>
          <a:ln w="12700">
            <a:solidFill>
              <a:srgbClr val="EFAB00"/>
            </a:solidFill>
            <a:prstDash val="solid"/>
          </a:ln>
        </p:spPr>
      </p:sp>
      <p:pic>
        <p:nvPicPr>
          <p:cNvPr id="3" name="Image 0" descr="ATR Lab mark">    </p:cNvPr>
          <p:cNvPicPr>
            <a:picLocks noChangeAspect="1"/>
          </p:cNvPicPr>
          <p:nvPr/>
        </p:nvPicPr>
        <p:blipFill>
          <a:blip r:embed="rId1"/>
          <a:stretch>
            <a:fillRect/>
          </a:stretch>
        </p:blipFill>
        <p:spPr>
          <a:xfrm>
            <a:off x="563453" y="484632"/>
            <a:ext cx="354421" cy="365760"/>
          </a:xfrm>
          <a:prstGeom prst="rect">
            <a:avLst/>
          </a:prstGeom>
        </p:spPr>
      </p:pic>
      <p:sp>
        <p:nvSpPr>
          <p:cNvPr id="4" name="eyebrow"/>
          <p:cNvSpPr>
            <a:spLocks noGrp="1"/>
          </p:cNvSpPr>
          <p:nvPr>
            <p:ph idx="102" type="body" hasCustomPrompt="1"/>
          </p:nvPr>
        </p:nvSpPr>
        <p:spPr>
          <a:xfrm>
            <a:off x="1207008" y="329184"/>
            <a:ext cx="7479792" cy="274320"/>
          </a:xfrm>
          <a:prstGeom prst="rect">
            <a:avLst/>
          </a:prstGeom>
          <a:noFill/>
          <a:ln/>
        </p:spPr>
        <p:txBody>
          <a:bodyPr wrap="square" rtlCol="0" lIns="0" tIns="0" rIns="0" bIns="0" anchor="ctr">
            <a:normAutofit/>
          </a:bodyPr>
          <a:lstStyle>
            <a:lvl1pPr algn="l" indent="0" marL="0">
              <a:lnSpc>
                <a:spcPct val="97000"/>
              </a:lnSpc>
              <a:spcBef>
                <a:spcPts val="0"/>
              </a:spcBef>
              <a:spcAft>
                <a:spcPts val="0"/>
              </a:spcAft>
              <a:buNone/>
              <a:defRPr lang="en-US" sz="1400" b="1" spc="250" kern="0" dirty="0">
                <a:solidFill>
                  <a:srgbClr val="8A6100"/>
                </a:solidFill>
                <a:latin typeface="Source Sans 3" pitchFamily="34" charset="0"/>
                <a:ea typeface="Source Sans 3" pitchFamily="34" charset="-122"/>
                <a:cs typeface="Source Sans 3" pitchFamily="34" charset="-120"/>
              </a:defRPr>
            </a:lvl1pPr>
          </a:lstStyle>
          <a:p>
            <a:pPr algn="l" indent="0" marL="0">
              <a:lnSpc>
                <a:spcPct val="97000"/>
              </a:lnSpc>
              <a:buNone/>
            </a:pPr>
            <a:r>
              <a:rPr lang="en-US" sz="1400" b="1" spc="250" kern="0" dirty="0">
                <a:solidFill>
                  <a:srgbClr val="8A6100"/>
                </a:solidFill>
                <a:latin typeface="Source Sans 3" pitchFamily="34" charset="0"/>
                <a:ea typeface="Source Sans 3" pitchFamily="34" charset="-122"/>
                <a:cs typeface="Source Sans 3" pitchFamily="34" charset="-120"/>
              </a:rPr>
              <a:t>SECTION 00  ·  SECTION NAME</a:t>
            </a:r>
            <a:endParaRPr lang="en-US" sz="1400" dirty="0"/>
          </a:p>
        </p:txBody>
      </p:sp>
      <p:sp>
        <p:nvSpPr>
          <p:cNvPr id="5" name="title"/>
          <p:cNvSpPr>
            <a:spLocks noGrp="1"/>
          </p:cNvSpPr>
          <p:nvPr>
            <p:ph idx="103" type="title" hasCustomPrompt="1"/>
          </p:nvPr>
        </p:nvSpPr>
        <p:spPr>
          <a:xfrm>
            <a:off x="1207008" y="566928"/>
            <a:ext cx="7479792" cy="475488"/>
          </a:xfrm>
          <a:prstGeom prst="rect">
            <a:avLst/>
          </a:prstGeom>
          <a:noFill/>
          <a:ln/>
        </p:spPr>
        <p:txBody>
          <a:bodyPr wrap="square" rtlCol="0" lIns="0" tIns="0" rIns="0" bIns="0" anchor="t">
            <a:normAutofit/>
          </a:bodyPr>
          <a:lstStyle>
            <a:lvl1pPr algn="l" indent="0" marL="0">
              <a:lnSpc>
                <a:spcPct val="85000"/>
              </a:lnSpc>
              <a:spcBef>
                <a:spcPts val="0"/>
              </a:spcBef>
              <a:spcAft>
                <a:spcPts val="0"/>
              </a:spcAft>
              <a:buNone/>
              <a:defRPr lang="en-US" sz="3200" b="1" dirty="0">
                <a:solidFill>
                  <a:srgbClr val="003976"/>
                </a:solidFill>
                <a:latin typeface="Source Sans 3" pitchFamily="34" charset="0"/>
                <a:ea typeface="Source Sans 3" pitchFamily="34" charset="-122"/>
                <a:cs typeface="Source Sans 3" pitchFamily="34" charset="-120"/>
              </a:defRPr>
            </a:lvl1pPr>
          </a:lstStyle>
          <a:p>
            <a:pPr algn="l" indent="0" marL="0">
              <a:lnSpc>
                <a:spcPct val="85000"/>
              </a:lnSpc>
              <a:buNone/>
            </a:pPr>
            <a:r>
              <a:rPr lang="en-US" sz="3200" b="1" dirty="0">
                <a:solidFill>
                  <a:srgbClr val="003976"/>
                </a:solidFill>
                <a:latin typeface="Source Sans 3" pitchFamily="34" charset="0"/>
                <a:ea typeface="Source Sans 3" pitchFamily="34" charset="-122"/>
                <a:cs typeface="Source Sans 3" pitchFamily="34" charset="-120"/>
              </a:rPr>
              <a:t>Slide title, one line, sentence case</a:t>
            </a:r>
            <a:endParaRPr lang="en-US" sz="3200" dirty="0"/>
          </a:p>
        </p:txBody>
      </p:sp>
      <p:sp>
        <p:nvSpPr>
          <p:cNvPr id="6" name="Shape 1"/>
          <p:cNvSpPr/>
          <p:nvPr/>
        </p:nvSpPr>
        <p:spPr>
          <a:xfrm>
            <a:off x="457200" y="1298448"/>
            <a:ext cx="2560320" cy="3017520"/>
          </a:xfrm>
          <a:prstGeom prst="rect">
            <a:avLst/>
          </a:prstGeom>
          <a:solidFill>
            <a:srgbClr val="F3F6FA"/>
          </a:solidFill>
          <a:ln w="12700">
            <a:solidFill>
              <a:srgbClr val="F3F6FA"/>
            </a:solidFill>
            <a:prstDash val="solid"/>
          </a:ln>
        </p:spPr>
      </p:sp>
      <p:sp>
        <p:nvSpPr>
          <p:cNvPr id="7" name="Icon 1"/>
          <p:cNvSpPr>
            <a:spLocks noGrp="1"/>
          </p:cNvSpPr>
          <p:nvPr>
            <p:ph idx="105" hasCustomPrompt="1" type="pic"/>
          </p:nvPr>
        </p:nvSpPr>
        <p:spPr>
          <a:xfrm>
            <a:off x="694944" y="1536192"/>
            <a:ext cx="749808" cy="749808"/>
          </a:xfrm>
          <a:prstGeom prst="rect">
            <a:avLst/>
          </a:prstGeom>
          <a:noFill/>
          <a:ln/>
        </p:spPr>
        <p:txBody>
          <a:bodyPr wrap="square" rtlCol="0" anchor="ctr"/>
          <a:lstStyle/>
          <a:p>
            <a:endParaRPr lang="en-US"/>
          </a:p>
        </p:txBody>
      </p:sp>
      <p:sp>
        <p:nvSpPr>
          <p:cNvPr id="8" name="Heading 1"/>
          <p:cNvSpPr>
            <a:spLocks noGrp="1"/>
          </p:cNvSpPr>
          <p:nvPr>
            <p:ph idx="106" type="body" hasCustomPrompt="1"/>
          </p:nvPr>
        </p:nvSpPr>
        <p:spPr>
          <a:xfrm>
            <a:off x="694944" y="2395728"/>
            <a:ext cx="2084832" cy="658368"/>
          </a:xfrm>
          <a:prstGeom prst="rect">
            <a:avLst/>
          </a:prstGeom>
          <a:noFill/>
          <a:ln/>
        </p:spPr>
        <p:txBody>
          <a:bodyPr wrap="square" rtlCol="0" lIns="0" tIns="0" rIns="0" bIns="0" anchor="t">
            <a:normAutofit/>
          </a:bodyPr>
          <a:lstStyle>
            <a:lvl1pPr algn="l" indent="0" marL="0">
              <a:lnSpc>
                <a:spcPct val="94000"/>
              </a:lnSpc>
              <a:spcBef>
                <a:spcPts val="0"/>
              </a:spcBef>
              <a:spcAft>
                <a:spcPts val="0"/>
              </a:spcAft>
              <a:buNone/>
              <a:defRPr lang="en-US" sz="2000" b="1" dirty="0">
                <a:solidFill>
                  <a:srgbClr val="003976"/>
                </a:solidFill>
                <a:latin typeface="Source Sans 3" pitchFamily="34" charset="0"/>
                <a:ea typeface="Source Sans 3" pitchFamily="34" charset="-122"/>
                <a:cs typeface="Source Sans 3" pitchFamily="34" charset="-120"/>
              </a:defRPr>
            </a:lvl1pPr>
          </a:lstStyle>
          <a:p>
            <a:pPr algn="l" indent="0" marL="0">
              <a:lnSpc>
                <a:spcPct val="94000"/>
              </a:lnSpc>
              <a:buNone/>
            </a:pPr>
            <a:r>
              <a:rPr lang="en-US" sz="2000" b="1" dirty="0">
                <a:solidFill>
                  <a:srgbClr val="003976"/>
                </a:solidFill>
                <a:latin typeface="Source Sans 3" pitchFamily="34" charset="0"/>
                <a:ea typeface="Source Sans 3" pitchFamily="34" charset="-122"/>
                <a:cs typeface="Source Sans 3" pitchFamily="34" charset="-120"/>
              </a:rPr>
              <a:t>Card heading</a:t>
            </a:r>
            <a:endParaRPr lang="en-US" sz="2000" dirty="0"/>
          </a:p>
        </p:txBody>
      </p:sp>
      <p:sp>
        <p:nvSpPr>
          <p:cNvPr id="9" name="Text 1"/>
          <p:cNvSpPr>
            <a:spLocks noGrp="1"/>
          </p:cNvSpPr>
          <p:nvPr>
            <p:ph idx="107" type="body" hasCustomPrompt="1"/>
          </p:nvPr>
        </p:nvSpPr>
        <p:spPr>
          <a:xfrm>
            <a:off x="694944" y="3108960"/>
            <a:ext cx="2084832" cy="969264"/>
          </a:xfrm>
          <a:prstGeom prst="rect">
            <a:avLst/>
          </a:prstGeom>
          <a:noFill/>
          <a:ln/>
        </p:spPr>
        <p:txBody>
          <a:bodyPr wrap="square" rtlCol="0" lIns="0" tIns="0" rIns="0" bIns="0" anchor="t">
            <a:normAutofit/>
          </a:bodyPr>
          <a:lstStyle>
            <a:lvl1pPr algn="l" indent="0" marL="0">
              <a:lnSpc>
                <a:spcPct val="101000"/>
              </a:lnSpc>
              <a:spcBef>
                <a:spcPts val="0"/>
              </a:spcBef>
              <a:spcAft>
                <a:spcPts val="0"/>
              </a:spcAft>
              <a:buNone/>
              <a:defRPr lang="en-US" sz="1800" dirty="0">
                <a:solidFill>
                  <a:srgbClr val="1B2533"/>
                </a:solidFill>
                <a:latin typeface="Source Sans 3" pitchFamily="34" charset="0"/>
                <a:ea typeface="Source Sans 3" pitchFamily="34" charset="-122"/>
                <a:cs typeface="Source Sans 3" pitchFamily="34" charset="-120"/>
              </a:defRPr>
            </a:lvl1pPr>
          </a:lstStyle>
          <a:p>
            <a:pPr algn="l" indent="0" marL="0">
              <a:lnSpc>
                <a:spcPct val="101000"/>
              </a:lnSpc>
              <a:buNone/>
            </a:pPr>
            <a:r>
              <a:rPr lang="en-US" sz="1800" dirty="0">
                <a:solidFill>
                  <a:srgbClr val="1B2533"/>
                </a:solidFill>
                <a:latin typeface="Source Sans 3" pitchFamily="34" charset="0"/>
                <a:ea typeface="Source Sans 3" pitchFamily="34" charset="-122"/>
                <a:cs typeface="Source Sans 3" pitchFamily="34" charset="-120"/>
              </a:rPr>
              <a:t>Two or three lines</a:t>
            </a:r>
            <a:endParaRPr lang="en-US" sz="1800" dirty="0"/>
          </a:p>
        </p:txBody>
      </p:sp>
      <p:sp>
        <p:nvSpPr>
          <p:cNvPr id="10" name="Shape 2"/>
          <p:cNvSpPr/>
          <p:nvPr/>
        </p:nvSpPr>
        <p:spPr>
          <a:xfrm>
            <a:off x="3291840" y="1298448"/>
            <a:ext cx="2560320" cy="3017520"/>
          </a:xfrm>
          <a:prstGeom prst="rect">
            <a:avLst/>
          </a:prstGeom>
          <a:solidFill>
            <a:srgbClr val="F3F6FA"/>
          </a:solidFill>
          <a:ln w="12700">
            <a:solidFill>
              <a:srgbClr val="F3F6FA"/>
            </a:solidFill>
            <a:prstDash val="solid"/>
          </a:ln>
        </p:spPr>
      </p:sp>
      <p:sp>
        <p:nvSpPr>
          <p:cNvPr id="11" name="Icon 2"/>
          <p:cNvSpPr>
            <a:spLocks noGrp="1"/>
          </p:cNvSpPr>
          <p:nvPr>
            <p:ph idx="109" hasCustomPrompt="1" type="pic"/>
          </p:nvPr>
        </p:nvSpPr>
        <p:spPr>
          <a:xfrm>
            <a:off x="3529584" y="1536192"/>
            <a:ext cx="749808" cy="749808"/>
          </a:xfrm>
          <a:prstGeom prst="rect">
            <a:avLst/>
          </a:prstGeom>
          <a:noFill/>
          <a:ln/>
        </p:spPr>
        <p:txBody>
          <a:bodyPr wrap="square" rtlCol="0" anchor="ctr"/>
          <a:lstStyle/>
          <a:p>
            <a:endParaRPr lang="en-US"/>
          </a:p>
        </p:txBody>
      </p:sp>
      <p:sp>
        <p:nvSpPr>
          <p:cNvPr id="12" name="Heading 2"/>
          <p:cNvSpPr>
            <a:spLocks noGrp="1"/>
          </p:cNvSpPr>
          <p:nvPr>
            <p:ph idx="110" type="body" hasCustomPrompt="1"/>
          </p:nvPr>
        </p:nvSpPr>
        <p:spPr>
          <a:xfrm>
            <a:off x="3529584" y="2395728"/>
            <a:ext cx="2084832" cy="658368"/>
          </a:xfrm>
          <a:prstGeom prst="rect">
            <a:avLst/>
          </a:prstGeom>
          <a:noFill/>
          <a:ln/>
        </p:spPr>
        <p:txBody>
          <a:bodyPr wrap="square" rtlCol="0" lIns="0" tIns="0" rIns="0" bIns="0" anchor="t">
            <a:normAutofit/>
          </a:bodyPr>
          <a:lstStyle>
            <a:lvl1pPr algn="l" indent="0" marL="0">
              <a:lnSpc>
                <a:spcPct val="94000"/>
              </a:lnSpc>
              <a:spcBef>
                <a:spcPts val="0"/>
              </a:spcBef>
              <a:spcAft>
                <a:spcPts val="0"/>
              </a:spcAft>
              <a:buNone/>
              <a:defRPr lang="en-US" sz="2000" b="1" dirty="0">
                <a:solidFill>
                  <a:srgbClr val="003976"/>
                </a:solidFill>
                <a:latin typeface="Source Sans 3" pitchFamily="34" charset="0"/>
                <a:ea typeface="Source Sans 3" pitchFamily="34" charset="-122"/>
                <a:cs typeface="Source Sans 3" pitchFamily="34" charset="-120"/>
              </a:defRPr>
            </a:lvl1pPr>
          </a:lstStyle>
          <a:p>
            <a:pPr algn="l" indent="0" marL="0">
              <a:lnSpc>
                <a:spcPct val="94000"/>
              </a:lnSpc>
              <a:buNone/>
            </a:pPr>
            <a:r>
              <a:rPr lang="en-US" sz="2000" b="1" dirty="0">
                <a:solidFill>
                  <a:srgbClr val="003976"/>
                </a:solidFill>
                <a:latin typeface="Source Sans 3" pitchFamily="34" charset="0"/>
                <a:ea typeface="Source Sans 3" pitchFamily="34" charset="-122"/>
                <a:cs typeface="Source Sans 3" pitchFamily="34" charset="-120"/>
              </a:rPr>
              <a:t>Card heading</a:t>
            </a:r>
            <a:endParaRPr lang="en-US" sz="2000" dirty="0"/>
          </a:p>
        </p:txBody>
      </p:sp>
      <p:sp>
        <p:nvSpPr>
          <p:cNvPr id="13" name="Text 2"/>
          <p:cNvSpPr>
            <a:spLocks noGrp="1"/>
          </p:cNvSpPr>
          <p:nvPr>
            <p:ph idx="111" type="body" hasCustomPrompt="1"/>
          </p:nvPr>
        </p:nvSpPr>
        <p:spPr>
          <a:xfrm>
            <a:off x="3529584" y="3108960"/>
            <a:ext cx="2084832" cy="969264"/>
          </a:xfrm>
          <a:prstGeom prst="rect">
            <a:avLst/>
          </a:prstGeom>
          <a:noFill/>
          <a:ln/>
        </p:spPr>
        <p:txBody>
          <a:bodyPr wrap="square" rtlCol="0" lIns="0" tIns="0" rIns="0" bIns="0" anchor="t">
            <a:normAutofit/>
          </a:bodyPr>
          <a:lstStyle>
            <a:lvl1pPr algn="l" indent="0" marL="0">
              <a:lnSpc>
                <a:spcPct val="101000"/>
              </a:lnSpc>
              <a:spcBef>
                <a:spcPts val="0"/>
              </a:spcBef>
              <a:spcAft>
                <a:spcPts val="0"/>
              </a:spcAft>
              <a:buNone/>
              <a:defRPr lang="en-US" sz="1800" dirty="0">
                <a:solidFill>
                  <a:srgbClr val="1B2533"/>
                </a:solidFill>
                <a:latin typeface="Source Sans 3" pitchFamily="34" charset="0"/>
                <a:ea typeface="Source Sans 3" pitchFamily="34" charset="-122"/>
                <a:cs typeface="Source Sans 3" pitchFamily="34" charset="-120"/>
              </a:defRPr>
            </a:lvl1pPr>
          </a:lstStyle>
          <a:p>
            <a:pPr algn="l" indent="0" marL="0">
              <a:lnSpc>
                <a:spcPct val="101000"/>
              </a:lnSpc>
              <a:buNone/>
            </a:pPr>
            <a:r>
              <a:rPr lang="en-US" sz="1800" dirty="0">
                <a:solidFill>
                  <a:srgbClr val="1B2533"/>
                </a:solidFill>
                <a:latin typeface="Source Sans 3" pitchFamily="34" charset="0"/>
                <a:ea typeface="Source Sans 3" pitchFamily="34" charset="-122"/>
                <a:cs typeface="Source Sans 3" pitchFamily="34" charset="-120"/>
              </a:rPr>
              <a:t>Two or three lines</a:t>
            </a:r>
            <a:endParaRPr lang="en-US" sz="1800" dirty="0"/>
          </a:p>
        </p:txBody>
      </p:sp>
      <p:sp>
        <p:nvSpPr>
          <p:cNvPr id="14" name="Shape 3"/>
          <p:cNvSpPr/>
          <p:nvPr/>
        </p:nvSpPr>
        <p:spPr>
          <a:xfrm>
            <a:off x="6126480" y="1298448"/>
            <a:ext cx="2560320" cy="3017520"/>
          </a:xfrm>
          <a:prstGeom prst="rect">
            <a:avLst/>
          </a:prstGeom>
          <a:solidFill>
            <a:srgbClr val="F3F6FA"/>
          </a:solidFill>
          <a:ln w="12700">
            <a:solidFill>
              <a:srgbClr val="F3F6FA"/>
            </a:solidFill>
            <a:prstDash val="solid"/>
          </a:ln>
        </p:spPr>
      </p:sp>
      <p:sp>
        <p:nvSpPr>
          <p:cNvPr id="15" name="Icon 3"/>
          <p:cNvSpPr>
            <a:spLocks noGrp="1"/>
          </p:cNvSpPr>
          <p:nvPr>
            <p:ph idx="113" hasCustomPrompt="1" type="pic"/>
          </p:nvPr>
        </p:nvSpPr>
        <p:spPr>
          <a:xfrm>
            <a:off x="6364224" y="1536192"/>
            <a:ext cx="749808" cy="749808"/>
          </a:xfrm>
          <a:prstGeom prst="rect">
            <a:avLst/>
          </a:prstGeom>
          <a:noFill/>
          <a:ln/>
        </p:spPr>
        <p:txBody>
          <a:bodyPr wrap="square" rtlCol="0" anchor="ctr"/>
          <a:lstStyle/>
          <a:p>
            <a:endParaRPr lang="en-US"/>
          </a:p>
        </p:txBody>
      </p:sp>
      <p:sp>
        <p:nvSpPr>
          <p:cNvPr id="16" name="Heading 3"/>
          <p:cNvSpPr>
            <a:spLocks noGrp="1"/>
          </p:cNvSpPr>
          <p:nvPr>
            <p:ph idx="114" type="body" hasCustomPrompt="1"/>
          </p:nvPr>
        </p:nvSpPr>
        <p:spPr>
          <a:xfrm>
            <a:off x="6364224" y="2395728"/>
            <a:ext cx="2084832" cy="658368"/>
          </a:xfrm>
          <a:prstGeom prst="rect">
            <a:avLst/>
          </a:prstGeom>
          <a:noFill/>
          <a:ln/>
        </p:spPr>
        <p:txBody>
          <a:bodyPr wrap="square" rtlCol="0" lIns="0" tIns="0" rIns="0" bIns="0" anchor="t">
            <a:normAutofit/>
          </a:bodyPr>
          <a:lstStyle>
            <a:lvl1pPr algn="l" indent="0" marL="0">
              <a:lnSpc>
                <a:spcPct val="94000"/>
              </a:lnSpc>
              <a:spcBef>
                <a:spcPts val="0"/>
              </a:spcBef>
              <a:spcAft>
                <a:spcPts val="0"/>
              </a:spcAft>
              <a:buNone/>
              <a:defRPr lang="en-US" sz="2000" b="1" dirty="0">
                <a:solidFill>
                  <a:srgbClr val="003976"/>
                </a:solidFill>
                <a:latin typeface="Source Sans 3" pitchFamily="34" charset="0"/>
                <a:ea typeface="Source Sans 3" pitchFamily="34" charset="-122"/>
                <a:cs typeface="Source Sans 3" pitchFamily="34" charset="-120"/>
              </a:defRPr>
            </a:lvl1pPr>
          </a:lstStyle>
          <a:p>
            <a:pPr algn="l" indent="0" marL="0">
              <a:lnSpc>
                <a:spcPct val="94000"/>
              </a:lnSpc>
              <a:buNone/>
            </a:pPr>
            <a:r>
              <a:rPr lang="en-US" sz="2000" b="1" dirty="0">
                <a:solidFill>
                  <a:srgbClr val="003976"/>
                </a:solidFill>
                <a:latin typeface="Source Sans 3" pitchFamily="34" charset="0"/>
                <a:ea typeface="Source Sans 3" pitchFamily="34" charset="-122"/>
                <a:cs typeface="Source Sans 3" pitchFamily="34" charset="-120"/>
              </a:rPr>
              <a:t>Card heading</a:t>
            </a:r>
            <a:endParaRPr lang="en-US" sz="2000" dirty="0"/>
          </a:p>
        </p:txBody>
      </p:sp>
      <p:sp>
        <p:nvSpPr>
          <p:cNvPr id="17" name="Text 3"/>
          <p:cNvSpPr>
            <a:spLocks noGrp="1"/>
          </p:cNvSpPr>
          <p:nvPr>
            <p:ph idx="115" type="body" hasCustomPrompt="1"/>
          </p:nvPr>
        </p:nvSpPr>
        <p:spPr>
          <a:xfrm>
            <a:off x="6364224" y="3108960"/>
            <a:ext cx="2084832" cy="969264"/>
          </a:xfrm>
          <a:prstGeom prst="rect">
            <a:avLst/>
          </a:prstGeom>
          <a:noFill/>
          <a:ln/>
        </p:spPr>
        <p:txBody>
          <a:bodyPr wrap="square" rtlCol="0" lIns="0" tIns="0" rIns="0" bIns="0" anchor="t">
            <a:normAutofit/>
          </a:bodyPr>
          <a:lstStyle>
            <a:lvl1pPr algn="l" indent="0" marL="0">
              <a:lnSpc>
                <a:spcPct val="101000"/>
              </a:lnSpc>
              <a:spcBef>
                <a:spcPts val="0"/>
              </a:spcBef>
              <a:spcAft>
                <a:spcPts val="0"/>
              </a:spcAft>
              <a:buNone/>
              <a:defRPr lang="en-US" sz="1800" dirty="0">
                <a:solidFill>
                  <a:srgbClr val="1B2533"/>
                </a:solidFill>
                <a:latin typeface="Source Sans 3" pitchFamily="34" charset="0"/>
                <a:ea typeface="Source Sans 3" pitchFamily="34" charset="-122"/>
                <a:cs typeface="Source Sans 3" pitchFamily="34" charset="-120"/>
              </a:defRPr>
            </a:lvl1pPr>
          </a:lstStyle>
          <a:p>
            <a:pPr algn="l" indent="0" marL="0">
              <a:lnSpc>
                <a:spcPct val="101000"/>
              </a:lnSpc>
              <a:buNone/>
            </a:pPr>
            <a:r>
              <a:rPr lang="en-US" sz="1800" dirty="0">
                <a:solidFill>
                  <a:srgbClr val="1B2533"/>
                </a:solidFill>
                <a:latin typeface="Source Sans 3" pitchFamily="34" charset="0"/>
                <a:ea typeface="Source Sans 3" pitchFamily="34" charset="-122"/>
                <a:cs typeface="Source Sans 3" pitchFamily="34" charset="-120"/>
              </a:rPr>
              <a:t>Two or three lines</a:t>
            </a:r>
            <a:endParaRPr lang="en-US" sz="1800" dirty="0"/>
          </a:p>
        </p:txBody>
      </p:sp>
      <p:sp>
        <p:nvSpPr>
          <p:cNvPr id="18" name="Shape 4"/>
          <p:cNvSpPr/>
          <p:nvPr/>
        </p:nvSpPr>
        <p:spPr>
          <a:xfrm>
            <a:off x="457200" y="4590288"/>
            <a:ext cx="8229600" cy="0"/>
          </a:xfrm>
          <a:prstGeom prst="line">
            <a:avLst/>
          </a:prstGeom>
          <a:noFill/>
          <a:ln w="9525">
            <a:solidFill>
              <a:srgbClr val="D6DEE8"/>
            </a:solidFill>
            <a:prstDash val="solid"/>
          </a:ln>
        </p:spPr>
      </p:sp>
      <p:sp>
        <p:nvSpPr>
          <p:cNvPr id="19" name="Text 5"/>
          <p:cNvSpPr txBox="1"/>
          <p:nvPr/>
        </p:nvSpPr>
        <p:spPr>
          <a:xfrm>
            <a:off x="457200" y="4663440"/>
            <a:ext cx="6675120" cy="274320"/>
          </a:xfrm>
          <a:prstGeom prst="rect">
            <a:avLst/>
          </a:prstGeom>
          <a:noFill/>
          <a:ln/>
        </p:spPr>
        <p:txBody>
          <a:bodyPr wrap="square" lIns="0" tIns="0" rIns="0" bIns="0" rtlCol="0" anchor="ctr"/>
          <a:lstStyle/>
          <a:p>
            <a:pPr algn="l" indent="0" marL="0">
              <a:buNone/>
            </a:pPr>
            <a:r>
              <a:rPr lang="en-US" sz="1400" dirty="0">
                <a:solidFill>
                  <a:srgbClr val="4A5868"/>
                </a:solidFill>
                <a:latin typeface="Source Sans 3" pitchFamily="34" charset="0"/>
                <a:ea typeface="Source Sans 3" pitchFamily="34" charset="-122"/>
                <a:cs typeface="Source Sans 3" pitchFamily="34" charset="-120"/>
              </a:rPr>
              <a:t>Advanced Telerobotics Research Lab  ·  Kent State University</a:t>
            </a:r>
            <a:endParaRPr lang="en-US" sz="1400" dirty="0"/>
          </a:p>
        </p:txBody>
      </p:sp>
      <p:sp>
        <p:nvSpPr>
          <p:cNvPr id="20" name="Text 6"/>
          <p:cNvSpPr txBox="1"/>
          <p:nvPr/>
        </p:nvSpPr>
        <p:spPr>
          <a:xfrm>
            <a:off x="7315200" y="4663440"/>
            <a:ext cx="1371600" cy="274320"/>
          </a:xfrm>
          <a:prstGeom prst="rect">
            <a:avLst/>
          </a:prstGeom>
          <a:noFill/>
          <a:ln/>
        </p:spPr>
        <p:txBody>
          <a:bodyPr wrap="square" lIns="0" tIns="0" rIns="0" bIns="0" rtlCol="0" anchor="ctr"/>
          <a:lstStyle/>
          <a:p>
            <a:pPr algn="r" indent="0" marL="0">
              <a:buNone/>
            </a:pPr>
            <a:fld id="{01F110F1-2F06-4C08-ADEC-3B34C70C57DC}" type="slidenum">
              <a:rPr lang="en-US" sz="1400" dirty="0">
                <a:solidFill>
                  <a:srgbClr val="003976"/>
                </a:solidFill>
                <a:latin typeface="Source Code Pro" pitchFamily="34" charset="0"/>
                <a:ea typeface="Source Code Pro" pitchFamily="34" charset="-122"/>
                <a:cs typeface="Source Code Pro" pitchFamily="34" charset="-120"/>
              </a:rPr>
              <a:t>‹#›</a:t>
            </a:fld>
            <a:endParaRPr lang="en-US" sz="1400" dirty="0"/>
          </a:p>
        </p:txBody>
      </p:sp>
      <p:sp>
        <p:nvSpPr>
          <p:cNvPr id="21" name="Slide Number Placeholder"/>
          <p:cNvSpPr>
            <a:spLocks noGrp="1"/>
          </p:cNvSpPr>
          <p:nvPr>
            <p:ph type="sldNum" sz="quarter" idx="12"/>
          </p:nvPr>
        </p:nvSpPr>
        <p:spPr>
          <a:xfrm>
            <a:off x="7315200" y="4663440"/>
            <a:ext cx="1371600" cy="274320"/>
          </a:xfrm>
          <a:prstGeom prst="rect">
            <a:avLst/>
          </a:prstGeom>
        </p:spPr>
        <p:txBody>
          <a:bodyPr wrap="square" lIns="0" tIns="0" rIns="0" bIns="0" rtlCol="0" anchor="ctr"/>
          <a:lstStyle>
            <a:lvl1pPr algn="r">
              <a:lnSpc>
                <a:spcPts val="1800"/>
              </a:lnSpc>
              <a:buNone/>
              <a:defRPr sz="1400" kern="1200" lang="en-US" dirty="0">
                <a:solidFill>
                  <a:srgbClr val="003976"/>
                </a:solidFill>
                <a:latin typeface="Source Code Pro" pitchFamily="34" charset="0"/>
                <a:ea typeface="Source Code Pro" pitchFamily="34" charset="-122"/>
                <a:cs typeface="Source Code Pro" pitchFamily="34" charset="-120"/>
              </a:defRPr>
            </a:lvl1pPr>
          </a:lstStyle>
          <a:p>
            <a:fld id="{1D9F6F50-0258-4EDA-8112-8BD27EF7443D}" type="slidenum">
              <a:rPr sz="1400" kern="1200" lang="en-US" dirty="0">
                <a:solidFill>
                  <a:srgbClr val="003976"/>
                </a:solidFill>
                <a:latin typeface="Source Code Pro" pitchFamily="34" charset="0"/>
                <a:ea typeface="Source Code Pro" pitchFamily="34" charset="-122"/>
                <a:cs typeface="Source Code Pro" pitchFamily="34" charset="-120"/>
              </a:rPr>
              <a:t>‹#›</a:t>
            </a:fld>
            <a:endParaRPr lang="en-US" sz="1400"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type="cust">
  <p:cSld name="ATR - Statement">
    <p:bg>
      <p:bgPr>
        <a:solidFill>
          <a:srgbClr val="003976"/>
        </a:solidFill>
      </p:bgPr>
    </p:bg>
    <p:spTree>
      <p:nvGrpSpPr>
        <p:cNvPr id="1" name=""/>
        <p:cNvGrpSpPr/>
        <p:nvPr/>
      </p:nvGrpSpPr>
      <p:grpSpPr>
        <a:xfrm>
          <a:off x="0" y="0"/>
          <a:ext cx="0" cy="0"/>
          <a:chOff x="0" y="0"/>
          <a:chExt cx="0" cy="0"/>
        </a:xfrm>
      </p:grpSpPr>
      <p:pic>
        <p:nvPicPr>
          <p:cNvPr id="2" name="Image 0" descr="">    </p:cNvPr>
          <p:cNvPicPr>
            <a:picLocks noChangeAspect="1"/>
          </p:cNvPicPr>
          <p:nvPr/>
        </p:nvPicPr>
        <p:blipFill>
          <a:blip r:embed="rId1"/>
          <a:stretch>
            <a:fillRect/>
          </a:stretch>
        </p:blipFill>
        <p:spPr>
          <a:xfrm>
            <a:off x="0" y="4838700"/>
            <a:ext cx="9144000" cy="304800"/>
          </a:xfrm>
          <a:prstGeom prst="rect">
            <a:avLst/>
          </a:prstGeom>
        </p:spPr>
      </p:pic>
      <p:sp>
        <p:nvSpPr>
          <p:cNvPr id="3" name="eyebrow"/>
          <p:cNvSpPr>
            <a:spLocks noGrp="1"/>
          </p:cNvSpPr>
          <p:nvPr>
            <p:ph idx="101" type="body" hasCustomPrompt="1"/>
          </p:nvPr>
        </p:nvSpPr>
        <p:spPr>
          <a:xfrm>
            <a:off x="457200" y="548640"/>
            <a:ext cx="6400800" cy="274320"/>
          </a:xfrm>
          <a:prstGeom prst="rect">
            <a:avLst/>
          </a:prstGeom>
          <a:noFill/>
          <a:ln/>
        </p:spPr>
        <p:txBody>
          <a:bodyPr wrap="square" rtlCol="0" lIns="0" tIns="0" rIns="0" bIns="0" anchor="ctr">
            <a:normAutofit/>
          </a:bodyPr>
          <a:lstStyle>
            <a:lvl1pPr algn="l" indent="0" marL="0">
              <a:lnSpc>
                <a:spcPct val="97000"/>
              </a:lnSpc>
              <a:spcBef>
                <a:spcPts val="0"/>
              </a:spcBef>
              <a:spcAft>
                <a:spcPts val="0"/>
              </a:spcAft>
              <a:buNone/>
              <a:defRPr lang="en-US" sz="1400" b="1" spc="250" kern="0" dirty="0">
                <a:solidFill>
                  <a:srgbClr val="EFAB00"/>
                </a:solidFill>
                <a:latin typeface="Source Sans 3" pitchFamily="34" charset="0"/>
                <a:ea typeface="Source Sans 3" pitchFamily="34" charset="-122"/>
                <a:cs typeface="Source Sans 3" pitchFamily="34" charset="-120"/>
              </a:defRPr>
            </a:lvl1pPr>
          </a:lstStyle>
          <a:p>
            <a:pPr algn="l" indent="0" marL="0">
              <a:lnSpc>
                <a:spcPct val="97000"/>
              </a:lnSpc>
              <a:buNone/>
            </a:pPr>
            <a:r>
              <a:rPr lang="en-US" sz="1400" b="1" spc="250" kern="0" dirty="0">
                <a:solidFill>
                  <a:srgbClr val="EFAB00"/>
                </a:solidFill>
                <a:latin typeface="Source Sans 3" pitchFamily="34" charset="0"/>
                <a:ea typeface="Source Sans 3" pitchFamily="34" charset="-122"/>
                <a:cs typeface="Source Sans 3" pitchFamily="34" charset="-120"/>
              </a:rPr>
              <a:t>KEY TAKEAWAY</a:t>
            </a:r>
            <a:endParaRPr lang="en-US" sz="1400" dirty="0"/>
          </a:p>
        </p:txBody>
      </p:sp>
      <p:sp>
        <p:nvSpPr>
          <p:cNvPr id="4" name="statement"/>
          <p:cNvSpPr>
            <a:spLocks noGrp="1"/>
          </p:cNvSpPr>
          <p:nvPr>
            <p:ph idx="102" type="title" hasCustomPrompt="1"/>
          </p:nvPr>
        </p:nvSpPr>
        <p:spPr>
          <a:xfrm>
            <a:off x="457200" y="1188720"/>
            <a:ext cx="6858000" cy="2011680"/>
          </a:xfrm>
          <a:prstGeom prst="rect">
            <a:avLst/>
          </a:prstGeom>
          <a:noFill/>
          <a:ln/>
        </p:spPr>
        <p:txBody>
          <a:bodyPr wrap="square" rtlCol="0" lIns="0" tIns="0" rIns="0" bIns="0" anchor="t">
            <a:normAutofit/>
          </a:bodyPr>
          <a:lstStyle>
            <a:lvl1pPr algn="l" indent="0" marL="0">
              <a:lnSpc>
                <a:spcPct val="87000"/>
              </a:lnSpc>
              <a:spcBef>
                <a:spcPts val="0"/>
              </a:spcBef>
              <a:spcAft>
                <a:spcPts val="0"/>
              </a:spcAft>
              <a:buNone/>
              <a:defRPr lang="en-US" sz="4000" b="1" dirty="0">
                <a:solidFill>
                  <a:srgbClr val="FFFFFF"/>
                </a:solidFill>
                <a:latin typeface="Source Sans 3" pitchFamily="34" charset="0"/>
                <a:ea typeface="Source Sans 3" pitchFamily="34" charset="-122"/>
                <a:cs typeface="Source Sans 3" pitchFamily="34" charset="-120"/>
              </a:defRPr>
            </a:lvl1pPr>
          </a:lstStyle>
          <a:p>
            <a:pPr algn="l" indent="0" marL="0">
              <a:lnSpc>
                <a:spcPct val="87000"/>
              </a:lnSpc>
              <a:buNone/>
            </a:pPr>
            <a:r>
              <a:rPr lang="en-US" sz="4000" b="1" dirty="0">
                <a:solidFill>
                  <a:srgbClr val="FFFFFF"/>
                </a:solidFill>
                <a:latin typeface="Source Sans 3" pitchFamily="34" charset="0"/>
                <a:ea typeface="Source Sans 3" pitchFamily="34" charset="-122"/>
                <a:cs typeface="Source Sans 3" pitchFamily="34" charset="-120"/>
              </a:rPr>
              <a:t>One sentence, three lines maximum</a:t>
            </a:r>
            <a:endParaRPr lang="en-US" sz="4000" dirty="0"/>
          </a:p>
        </p:txBody>
      </p:sp>
      <p:sp>
        <p:nvSpPr>
          <p:cNvPr id="5" name="attribution"/>
          <p:cNvSpPr>
            <a:spLocks noGrp="1"/>
          </p:cNvSpPr>
          <p:nvPr>
            <p:ph idx="103" type="body" hasCustomPrompt="1"/>
          </p:nvPr>
        </p:nvSpPr>
        <p:spPr>
          <a:xfrm>
            <a:off x="457200" y="3383280"/>
            <a:ext cx="6400800" cy="329184"/>
          </a:xfrm>
          <a:prstGeom prst="rect">
            <a:avLst/>
          </a:prstGeom>
          <a:noFill/>
          <a:ln/>
        </p:spPr>
        <p:txBody>
          <a:bodyPr wrap="square" rtlCol="0" lIns="0" tIns="0" rIns="0" bIns="0" anchor="t">
            <a:normAutofit/>
          </a:bodyPr>
          <a:lstStyle>
            <a:lvl1pPr algn="l" indent="0" marL="0">
              <a:lnSpc>
                <a:spcPct val="101000"/>
              </a:lnSpc>
              <a:spcBef>
                <a:spcPts val="0"/>
              </a:spcBef>
              <a:spcAft>
                <a:spcPts val="0"/>
              </a:spcAft>
              <a:buNone/>
              <a:defRPr lang="en-US" sz="1800" dirty="0">
                <a:solidFill>
                  <a:srgbClr val="FFFFFF"/>
                </a:solidFill>
                <a:latin typeface="Source Sans 3" pitchFamily="34" charset="0"/>
                <a:ea typeface="Source Sans 3" pitchFamily="34" charset="-122"/>
                <a:cs typeface="Source Sans 3" pitchFamily="34" charset="-120"/>
              </a:defRPr>
            </a:lvl1pPr>
          </a:lstStyle>
          <a:p>
            <a:pPr algn="l" indent="0" marL="0">
              <a:lnSpc>
                <a:spcPct val="101000"/>
              </a:lnSpc>
              <a:buNone/>
            </a:pPr>
            <a:r>
              <a:rPr lang="en-US" sz="1800" dirty="0">
                <a:solidFill>
                  <a:srgbClr val="FFFFFF"/>
                </a:solidFill>
                <a:latin typeface="Source Sans 3" pitchFamily="34" charset="0"/>
                <a:ea typeface="Source Sans 3" pitchFamily="34" charset="-122"/>
                <a:cs typeface="Source Sans 3" pitchFamily="34" charset="-120"/>
              </a:rPr>
              <a:t>[Speaker or source], [year]</a:t>
            </a:r>
            <a:endParaRPr lang="en-US" sz="1800" dirty="0"/>
          </a:p>
        </p:txBody>
      </p:sp>
      <p:sp>
        <p:nvSpPr>
          <p:cNvPr id="6" name="Text 0"/>
          <p:cNvSpPr txBox="1"/>
          <p:nvPr/>
        </p:nvSpPr>
        <p:spPr>
          <a:xfrm>
            <a:off x="7315200" y="548640"/>
            <a:ext cx="1371600" cy="274320"/>
          </a:xfrm>
          <a:prstGeom prst="rect">
            <a:avLst/>
          </a:prstGeom>
          <a:noFill/>
          <a:ln/>
        </p:spPr>
        <p:txBody>
          <a:bodyPr wrap="square" lIns="0" tIns="0" rIns="0" bIns="0" rtlCol="0" anchor="ctr"/>
          <a:lstStyle/>
          <a:p>
            <a:pPr algn="r" indent="0" marL="0">
              <a:buNone/>
            </a:pPr>
            <a:fld id="{50AB08E4-0934-4A84-AED8-71C416C209A2}" type="slidenum">
              <a:rPr lang="en-US" sz="1400" dirty="0">
                <a:solidFill>
                  <a:srgbClr val="EFAB00"/>
                </a:solidFill>
                <a:latin typeface="Source Code Pro" pitchFamily="34" charset="0"/>
                <a:ea typeface="Source Code Pro" pitchFamily="34" charset="-122"/>
                <a:cs typeface="Source Code Pro" pitchFamily="34" charset="-120"/>
              </a:rPr>
              <a:t>‹#›</a:t>
            </a:fld>
            <a:endParaRPr lang="en-US" sz="1400" dirty="0"/>
          </a:p>
        </p:txBody>
      </p:sp>
      <p:sp>
        <p:nvSpPr>
          <p:cNvPr id="7" name="Slide Number Placeholder"/>
          <p:cNvSpPr>
            <a:spLocks noGrp="1"/>
          </p:cNvSpPr>
          <p:nvPr>
            <p:ph type="sldNum" sz="quarter" idx="12"/>
          </p:nvPr>
        </p:nvSpPr>
        <p:spPr>
          <a:xfrm>
            <a:off x="7315200" y="548640"/>
            <a:ext cx="1371600" cy="274320"/>
          </a:xfrm>
          <a:prstGeom prst="rect">
            <a:avLst/>
          </a:prstGeom>
        </p:spPr>
        <p:txBody>
          <a:bodyPr wrap="square" lIns="0" tIns="0" rIns="0" bIns="0" rtlCol="0" anchor="ctr"/>
          <a:lstStyle>
            <a:lvl1pPr algn="r">
              <a:lnSpc>
                <a:spcPts val="1800"/>
              </a:lnSpc>
              <a:buNone/>
              <a:defRPr sz="1400" kern="1200" lang="en-US" dirty="0">
                <a:solidFill>
                  <a:srgbClr val="EFAB00"/>
                </a:solidFill>
                <a:latin typeface="Source Code Pro" pitchFamily="34" charset="0"/>
                <a:ea typeface="Source Code Pro" pitchFamily="34" charset="-122"/>
                <a:cs typeface="Source Code Pro" pitchFamily="34" charset="-120"/>
              </a:defRPr>
            </a:lvl1pPr>
          </a:lstStyle>
          <a:p>
            <a:fld id="{FB018FB5-0E7D-47E4-A0A3-CC4E81CCFB69}" type="slidenum">
              <a:rPr sz="1400" kern="1200" lang="en-US" dirty="0">
                <a:solidFill>
                  <a:srgbClr val="EFAB00"/>
                </a:solidFill>
                <a:latin typeface="Source Code Pro" pitchFamily="34" charset="0"/>
                <a:ea typeface="Source Code Pro" pitchFamily="34" charset="-122"/>
                <a:cs typeface="Source Code Pro" pitchFamily="34" charset="-120"/>
              </a:rPr>
              <a:t>‹#›</a:t>
            </a:fld>
            <a:endParaRPr lang="en-US" sz="1400"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type="obj">
  <p:cSld name="ATR - Key Numbers">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66928" cy="566928"/>
          </a:xfrm>
          <a:prstGeom prst="rect">
            <a:avLst/>
          </a:prstGeom>
          <a:solidFill>
            <a:srgbClr val="EFAB00"/>
          </a:solidFill>
          <a:ln w="12700">
            <a:solidFill>
              <a:srgbClr val="EFAB00"/>
            </a:solidFill>
            <a:prstDash val="solid"/>
          </a:ln>
        </p:spPr>
      </p:sp>
      <p:pic>
        <p:nvPicPr>
          <p:cNvPr id="3" name="Image 0" descr="ATR Lab mark">    </p:cNvPr>
          <p:cNvPicPr>
            <a:picLocks noChangeAspect="1"/>
          </p:cNvPicPr>
          <p:nvPr/>
        </p:nvPicPr>
        <p:blipFill>
          <a:blip r:embed="rId1"/>
          <a:stretch>
            <a:fillRect/>
          </a:stretch>
        </p:blipFill>
        <p:spPr>
          <a:xfrm>
            <a:off x="563453" y="484632"/>
            <a:ext cx="354421" cy="365760"/>
          </a:xfrm>
          <a:prstGeom prst="rect">
            <a:avLst/>
          </a:prstGeom>
        </p:spPr>
      </p:pic>
      <p:sp>
        <p:nvSpPr>
          <p:cNvPr id="4" name="eyebrow"/>
          <p:cNvSpPr>
            <a:spLocks noGrp="1"/>
          </p:cNvSpPr>
          <p:nvPr>
            <p:ph idx="102" type="body" hasCustomPrompt="1"/>
          </p:nvPr>
        </p:nvSpPr>
        <p:spPr>
          <a:xfrm>
            <a:off x="1207008" y="329184"/>
            <a:ext cx="7479792" cy="274320"/>
          </a:xfrm>
          <a:prstGeom prst="rect">
            <a:avLst/>
          </a:prstGeom>
          <a:noFill/>
          <a:ln/>
        </p:spPr>
        <p:txBody>
          <a:bodyPr wrap="square" rtlCol="0" lIns="0" tIns="0" rIns="0" bIns="0" anchor="ctr">
            <a:normAutofit/>
          </a:bodyPr>
          <a:lstStyle>
            <a:lvl1pPr algn="l" indent="0" marL="0">
              <a:lnSpc>
                <a:spcPct val="97000"/>
              </a:lnSpc>
              <a:spcBef>
                <a:spcPts val="0"/>
              </a:spcBef>
              <a:spcAft>
                <a:spcPts val="0"/>
              </a:spcAft>
              <a:buNone/>
              <a:defRPr lang="en-US" sz="1400" b="1" spc="250" kern="0" dirty="0">
                <a:solidFill>
                  <a:srgbClr val="8A6100"/>
                </a:solidFill>
                <a:latin typeface="Source Sans 3" pitchFamily="34" charset="0"/>
                <a:ea typeface="Source Sans 3" pitchFamily="34" charset="-122"/>
                <a:cs typeface="Source Sans 3" pitchFamily="34" charset="-120"/>
              </a:defRPr>
            </a:lvl1pPr>
          </a:lstStyle>
          <a:p>
            <a:pPr algn="l" indent="0" marL="0">
              <a:lnSpc>
                <a:spcPct val="97000"/>
              </a:lnSpc>
              <a:buNone/>
            </a:pPr>
            <a:r>
              <a:rPr lang="en-US" sz="1400" b="1" spc="250" kern="0" dirty="0">
                <a:solidFill>
                  <a:srgbClr val="8A6100"/>
                </a:solidFill>
                <a:latin typeface="Source Sans 3" pitchFamily="34" charset="0"/>
                <a:ea typeface="Source Sans 3" pitchFamily="34" charset="-122"/>
                <a:cs typeface="Source Sans 3" pitchFamily="34" charset="-120"/>
              </a:rPr>
              <a:t>SECTION 00  ·  SECTION NAME</a:t>
            </a:r>
            <a:endParaRPr lang="en-US" sz="1400" dirty="0"/>
          </a:p>
        </p:txBody>
      </p:sp>
      <p:sp>
        <p:nvSpPr>
          <p:cNvPr id="5" name="title"/>
          <p:cNvSpPr>
            <a:spLocks noGrp="1"/>
          </p:cNvSpPr>
          <p:nvPr>
            <p:ph idx="103" type="title" hasCustomPrompt="1"/>
          </p:nvPr>
        </p:nvSpPr>
        <p:spPr>
          <a:xfrm>
            <a:off x="1207008" y="566928"/>
            <a:ext cx="7479792" cy="475488"/>
          </a:xfrm>
          <a:prstGeom prst="rect">
            <a:avLst/>
          </a:prstGeom>
          <a:noFill/>
          <a:ln/>
        </p:spPr>
        <p:txBody>
          <a:bodyPr wrap="square" rtlCol="0" lIns="0" tIns="0" rIns="0" bIns="0" anchor="t">
            <a:normAutofit/>
          </a:bodyPr>
          <a:lstStyle>
            <a:lvl1pPr algn="l" indent="0" marL="0">
              <a:lnSpc>
                <a:spcPct val="85000"/>
              </a:lnSpc>
              <a:spcBef>
                <a:spcPts val="0"/>
              </a:spcBef>
              <a:spcAft>
                <a:spcPts val="0"/>
              </a:spcAft>
              <a:buNone/>
              <a:defRPr lang="en-US" sz="3200" b="1" dirty="0">
                <a:solidFill>
                  <a:srgbClr val="003976"/>
                </a:solidFill>
                <a:latin typeface="Source Sans 3" pitchFamily="34" charset="0"/>
                <a:ea typeface="Source Sans 3" pitchFamily="34" charset="-122"/>
                <a:cs typeface="Source Sans 3" pitchFamily="34" charset="-120"/>
              </a:defRPr>
            </a:lvl1pPr>
          </a:lstStyle>
          <a:p>
            <a:pPr algn="l" indent="0" marL="0">
              <a:lnSpc>
                <a:spcPct val="85000"/>
              </a:lnSpc>
              <a:buNone/>
            </a:pPr>
            <a:r>
              <a:rPr lang="en-US" sz="3200" b="1" dirty="0">
                <a:solidFill>
                  <a:srgbClr val="003976"/>
                </a:solidFill>
                <a:latin typeface="Source Sans 3" pitchFamily="34" charset="0"/>
                <a:ea typeface="Source Sans 3" pitchFamily="34" charset="-122"/>
                <a:cs typeface="Source Sans 3" pitchFamily="34" charset="-120"/>
              </a:rPr>
              <a:t>Slide title, one line, sentence case</a:t>
            </a:r>
            <a:endParaRPr lang="en-US" sz="3200" dirty="0"/>
          </a:p>
        </p:txBody>
      </p:sp>
      <p:sp>
        <p:nvSpPr>
          <p:cNvPr id="6" name="Shape 1"/>
          <p:cNvSpPr/>
          <p:nvPr/>
        </p:nvSpPr>
        <p:spPr>
          <a:xfrm>
            <a:off x="457200" y="1298448"/>
            <a:ext cx="2560320" cy="3017520"/>
          </a:xfrm>
          <a:prstGeom prst="rect">
            <a:avLst/>
          </a:prstGeom>
          <a:solidFill>
            <a:srgbClr val="F3F6FA"/>
          </a:solidFill>
          <a:ln w="12700">
            <a:solidFill>
              <a:srgbClr val="F3F6FA"/>
            </a:solidFill>
            <a:prstDash val="solid"/>
          </a:ln>
        </p:spPr>
      </p:sp>
      <p:sp>
        <p:nvSpPr>
          <p:cNvPr id="7" name="Label 1"/>
          <p:cNvSpPr>
            <a:spLocks noGrp="1"/>
          </p:cNvSpPr>
          <p:nvPr>
            <p:ph idx="105" type="body" hasCustomPrompt="1"/>
          </p:nvPr>
        </p:nvSpPr>
        <p:spPr>
          <a:xfrm>
            <a:off x="694944" y="1536192"/>
            <a:ext cx="2084832" cy="274320"/>
          </a:xfrm>
          <a:prstGeom prst="rect">
            <a:avLst/>
          </a:prstGeom>
          <a:noFill/>
          <a:ln/>
        </p:spPr>
        <p:txBody>
          <a:bodyPr wrap="square" rtlCol="0" lIns="0" tIns="0" rIns="0" bIns="0" anchor="ctr"/>
          <a:lstStyle>
            <a:lvl1pPr algn="l" indent="0" marL="0">
              <a:lnSpc>
                <a:spcPts val="1800"/>
              </a:lnSpc>
              <a:spcBef>
                <a:spcPts val="0"/>
              </a:spcBef>
              <a:spcAft>
                <a:spcPts val="0"/>
              </a:spcAft>
              <a:buNone/>
              <a:defRPr lang="en-US" sz="1400" b="1" spc="250" kern="0" dirty="0">
                <a:solidFill>
                  <a:srgbClr val="8A6100"/>
                </a:solidFill>
                <a:latin typeface="Source Sans 3" pitchFamily="34" charset="0"/>
                <a:ea typeface="Source Sans 3" pitchFamily="34" charset="-122"/>
                <a:cs typeface="Source Sans 3" pitchFamily="34" charset="-120"/>
              </a:defRPr>
            </a:lvl1pPr>
          </a:lstStyle>
          <a:p>
            <a:pPr algn="l" indent="0" marL="0">
              <a:lnSpc>
                <a:spcPts val="1800"/>
              </a:lnSpc>
              <a:buNone/>
            </a:pPr>
            <a:r>
              <a:rPr lang="en-US" sz="1400" b="1" spc="250" kern="0" dirty="0">
                <a:solidFill>
                  <a:srgbClr val="8A6100"/>
                </a:solidFill>
                <a:latin typeface="Source Sans 3" pitchFamily="34" charset="0"/>
                <a:ea typeface="Source Sans 3" pitchFamily="34" charset="-122"/>
                <a:cs typeface="Source Sans 3" pitchFamily="34" charset="-120"/>
              </a:rPr>
              <a:t>METRIC</a:t>
            </a:r>
            <a:endParaRPr lang="en-US" sz="1400" dirty="0"/>
          </a:p>
        </p:txBody>
      </p:sp>
      <p:sp>
        <p:nvSpPr>
          <p:cNvPr id="8" name="Number 1"/>
          <p:cNvSpPr>
            <a:spLocks noGrp="1"/>
          </p:cNvSpPr>
          <p:nvPr>
            <p:ph idx="106" type="body" hasCustomPrompt="1"/>
          </p:nvPr>
        </p:nvSpPr>
        <p:spPr>
          <a:xfrm>
            <a:off x="694944" y="1938528"/>
            <a:ext cx="2084832" cy="960120"/>
          </a:xfrm>
          <a:prstGeom prst="rect">
            <a:avLst/>
          </a:prstGeom>
          <a:noFill/>
          <a:ln/>
        </p:spPr>
        <p:txBody>
          <a:bodyPr wrap="square" rtlCol="0" lIns="0" tIns="0" rIns="0" bIns="0" anchor="ctr"/>
          <a:lstStyle>
            <a:lvl1pPr algn="l" indent="0" marL="0">
              <a:lnSpc>
                <a:spcPts val="5600"/>
              </a:lnSpc>
              <a:spcBef>
                <a:spcPts val="0"/>
              </a:spcBef>
              <a:spcAft>
                <a:spcPts val="0"/>
              </a:spcAft>
              <a:buNone/>
              <a:defRPr lang="en-US" sz="5200" dirty="0">
                <a:solidFill>
                  <a:srgbClr val="003976"/>
                </a:solidFill>
                <a:latin typeface="Roboto Slab" pitchFamily="34" charset="0"/>
                <a:ea typeface="Roboto Slab" pitchFamily="34" charset="-122"/>
                <a:cs typeface="Roboto Slab" pitchFamily="34" charset="-120"/>
              </a:defRPr>
            </a:lvl1pPr>
          </a:lstStyle>
          <a:p>
            <a:pPr algn="l" indent="0" marL="0">
              <a:lnSpc>
                <a:spcPts val="5600"/>
              </a:lnSpc>
              <a:buNone/>
            </a:pPr>
            <a:r>
              <a:rPr lang="en-US" sz="5200" dirty="0">
                <a:solidFill>
                  <a:srgbClr val="003976"/>
                </a:solidFill>
                <a:latin typeface="Roboto Slab" pitchFamily="34" charset="0"/>
                <a:ea typeface="Roboto Slab" pitchFamily="34" charset="-122"/>
                <a:cs typeface="Roboto Slab" pitchFamily="34" charset="-120"/>
              </a:rPr>
              <a:t>[00]</a:t>
            </a:r>
            <a:endParaRPr lang="en-US" sz="5200" dirty="0"/>
          </a:p>
        </p:txBody>
      </p:sp>
      <p:sp>
        <p:nvSpPr>
          <p:cNvPr id="9" name="Text 1"/>
          <p:cNvSpPr>
            <a:spLocks noGrp="1"/>
          </p:cNvSpPr>
          <p:nvPr>
            <p:ph idx="107" type="body" hasCustomPrompt="1"/>
          </p:nvPr>
        </p:nvSpPr>
        <p:spPr>
          <a:xfrm>
            <a:off x="694944" y="3035808"/>
            <a:ext cx="2084832" cy="1042416"/>
          </a:xfrm>
          <a:prstGeom prst="rect">
            <a:avLst/>
          </a:prstGeom>
          <a:noFill/>
          <a:ln/>
        </p:spPr>
        <p:txBody>
          <a:bodyPr wrap="square" rtlCol="0" lIns="0" tIns="0" rIns="0" bIns="0" anchor="t">
            <a:normAutofit/>
          </a:bodyPr>
          <a:lstStyle>
            <a:lvl1pPr algn="l" indent="0" marL="0">
              <a:lnSpc>
                <a:spcPct val="101000"/>
              </a:lnSpc>
              <a:spcBef>
                <a:spcPts val="0"/>
              </a:spcBef>
              <a:spcAft>
                <a:spcPts val="0"/>
              </a:spcAft>
              <a:buNone/>
              <a:defRPr lang="en-US" sz="1800" dirty="0">
                <a:solidFill>
                  <a:srgbClr val="1B2533"/>
                </a:solidFill>
                <a:latin typeface="Source Sans 3" pitchFamily="34" charset="0"/>
                <a:ea typeface="Source Sans 3" pitchFamily="34" charset="-122"/>
                <a:cs typeface="Source Sans 3" pitchFamily="34" charset="-120"/>
              </a:defRPr>
            </a:lvl1pPr>
          </a:lstStyle>
          <a:p>
            <a:pPr algn="l" indent="0" marL="0">
              <a:lnSpc>
                <a:spcPct val="101000"/>
              </a:lnSpc>
              <a:buNone/>
            </a:pPr>
            <a:r>
              <a:rPr lang="en-US" sz="1800" dirty="0">
                <a:solidFill>
                  <a:srgbClr val="1B2533"/>
                </a:solidFill>
                <a:latin typeface="Source Sans 3" pitchFamily="34" charset="0"/>
                <a:ea typeface="Source Sans 3" pitchFamily="34" charset="-122"/>
                <a:cs typeface="Source Sans 3" pitchFamily="34" charset="-120"/>
              </a:rPr>
              <a:t>What the number means, and n</a:t>
            </a:r>
            <a:endParaRPr lang="en-US" sz="1800" dirty="0"/>
          </a:p>
        </p:txBody>
      </p:sp>
      <p:sp>
        <p:nvSpPr>
          <p:cNvPr id="10" name="Shape 2"/>
          <p:cNvSpPr/>
          <p:nvPr/>
        </p:nvSpPr>
        <p:spPr>
          <a:xfrm>
            <a:off x="3291840" y="1298448"/>
            <a:ext cx="2560320" cy="3017520"/>
          </a:xfrm>
          <a:prstGeom prst="rect">
            <a:avLst/>
          </a:prstGeom>
          <a:solidFill>
            <a:srgbClr val="F3F6FA"/>
          </a:solidFill>
          <a:ln w="12700">
            <a:solidFill>
              <a:srgbClr val="F3F6FA"/>
            </a:solidFill>
            <a:prstDash val="solid"/>
          </a:ln>
        </p:spPr>
      </p:sp>
      <p:sp>
        <p:nvSpPr>
          <p:cNvPr id="11" name="Label 2"/>
          <p:cNvSpPr>
            <a:spLocks noGrp="1"/>
          </p:cNvSpPr>
          <p:nvPr>
            <p:ph idx="109" type="body" hasCustomPrompt="1"/>
          </p:nvPr>
        </p:nvSpPr>
        <p:spPr>
          <a:xfrm>
            <a:off x="3529584" y="1536192"/>
            <a:ext cx="2084832" cy="274320"/>
          </a:xfrm>
          <a:prstGeom prst="rect">
            <a:avLst/>
          </a:prstGeom>
          <a:noFill/>
          <a:ln/>
        </p:spPr>
        <p:txBody>
          <a:bodyPr wrap="square" rtlCol="0" lIns="0" tIns="0" rIns="0" bIns="0" anchor="ctr"/>
          <a:lstStyle>
            <a:lvl1pPr algn="l" indent="0" marL="0">
              <a:lnSpc>
                <a:spcPts val="1800"/>
              </a:lnSpc>
              <a:spcBef>
                <a:spcPts val="0"/>
              </a:spcBef>
              <a:spcAft>
                <a:spcPts val="0"/>
              </a:spcAft>
              <a:buNone/>
              <a:defRPr lang="en-US" sz="1400" b="1" spc="250" kern="0" dirty="0">
                <a:solidFill>
                  <a:srgbClr val="8A6100"/>
                </a:solidFill>
                <a:latin typeface="Source Sans 3" pitchFamily="34" charset="0"/>
                <a:ea typeface="Source Sans 3" pitchFamily="34" charset="-122"/>
                <a:cs typeface="Source Sans 3" pitchFamily="34" charset="-120"/>
              </a:defRPr>
            </a:lvl1pPr>
          </a:lstStyle>
          <a:p>
            <a:pPr algn="l" indent="0" marL="0">
              <a:lnSpc>
                <a:spcPts val="1800"/>
              </a:lnSpc>
              <a:buNone/>
            </a:pPr>
            <a:r>
              <a:rPr lang="en-US" sz="1400" b="1" spc="250" kern="0" dirty="0">
                <a:solidFill>
                  <a:srgbClr val="8A6100"/>
                </a:solidFill>
                <a:latin typeface="Source Sans 3" pitchFamily="34" charset="0"/>
                <a:ea typeface="Source Sans 3" pitchFamily="34" charset="-122"/>
                <a:cs typeface="Source Sans 3" pitchFamily="34" charset="-120"/>
              </a:rPr>
              <a:t>METRIC</a:t>
            </a:r>
            <a:endParaRPr lang="en-US" sz="1400" dirty="0"/>
          </a:p>
        </p:txBody>
      </p:sp>
      <p:sp>
        <p:nvSpPr>
          <p:cNvPr id="12" name="Number 2"/>
          <p:cNvSpPr>
            <a:spLocks noGrp="1"/>
          </p:cNvSpPr>
          <p:nvPr>
            <p:ph idx="110" type="body" hasCustomPrompt="1"/>
          </p:nvPr>
        </p:nvSpPr>
        <p:spPr>
          <a:xfrm>
            <a:off x="3529584" y="1938528"/>
            <a:ext cx="2084832" cy="960120"/>
          </a:xfrm>
          <a:prstGeom prst="rect">
            <a:avLst/>
          </a:prstGeom>
          <a:noFill/>
          <a:ln/>
        </p:spPr>
        <p:txBody>
          <a:bodyPr wrap="square" rtlCol="0" lIns="0" tIns="0" rIns="0" bIns="0" anchor="ctr"/>
          <a:lstStyle>
            <a:lvl1pPr algn="l" indent="0" marL="0">
              <a:lnSpc>
                <a:spcPts val="5600"/>
              </a:lnSpc>
              <a:spcBef>
                <a:spcPts val="0"/>
              </a:spcBef>
              <a:spcAft>
                <a:spcPts val="0"/>
              </a:spcAft>
              <a:buNone/>
              <a:defRPr lang="en-US" sz="5200" dirty="0">
                <a:solidFill>
                  <a:srgbClr val="003976"/>
                </a:solidFill>
                <a:latin typeface="Roboto Slab" pitchFamily="34" charset="0"/>
                <a:ea typeface="Roboto Slab" pitchFamily="34" charset="-122"/>
                <a:cs typeface="Roboto Slab" pitchFamily="34" charset="-120"/>
              </a:defRPr>
            </a:lvl1pPr>
          </a:lstStyle>
          <a:p>
            <a:pPr algn="l" indent="0" marL="0">
              <a:lnSpc>
                <a:spcPts val="5600"/>
              </a:lnSpc>
              <a:buNone/>
            </a:pPr>
            <a:r>
              <a:rPr lang="en-US" sz="5200" dirty="0">
                <a:solidFill>
                  <a:srgbClr val="003976"/>
                </a:solidFill>
                <a:latin typeface="Roboto Slab" pitchFamily="34" charset="0"/>
                <a:ea typeface="Roboto Slab" pitchFamily="34" charset="-122"/>
                <a:cs typeface="Roboto Slab" pitchFamily="34" charset="-120"/>
              </a:rPr>
              <a:t>[00]</a:t>
            </a:r>
            <a:endParaRPr lang="en-US" sz="5200" dirty="0"/>
          </a:p>
        </p:txBody>
      </p:sp>
      <p:sp>
        <p:nvSpPr>
          <p:cNvPr id="13" name="Text 2"/>
          <p:cNvSpPr>
            <a:spLocks noGrp="1"/>
          </p:cNvSpPr>
          <p:nvPr>
            <p:ph idx="111" type="body" hasCustomPrompt="1"/>
          </p:nvPr>
        </p:nvSpPr>
        <p:spPr>
          <a:xfrm>
            <a:off x="3529584" y="3035808"/>
            <a:ext cx="2084832" cy="1042416"/>
          </a:xfrm>
          <a:prstGeom prst="rect">
            <a:avLst/>
          </a:prstGeom>
          <a:noFill/>
          <a:ln/>
        </p:spPr>
        <p:txBody>
          <a:bodyPr wrap="square" rtlCol="0" lIns="0" tIns="0" rIns="0" bIns="0" anchor="t">
            <a:normAutofit/>
          </a:bodyPr>
          <a:lstStyle>
            <a:lvl1pPr algn="l" indent="0" marL="0">
              <a:lnSpc>
                <a:spcPct val="101000"/>
              </a:lnSpc>
              <a:spcBef>
                <a:spcPts val="0"/>
              </a:spcBef>
              <a:spcAft>
                <a:spcPts val="0"/>
              </a:spcAft>
              <a:buNone/>
              <a:defRPr lang="en-US" sz="1800" dirty="0">
                <a:solidFill>
                  <a:srgbClr val="1B2533"/>
                </a:solidFill>
                <a:latin typeface="Source Sans 3" pitchFamily="34" charset="0"/>
                <a:ea typeface="Source Sans 3" pitchFamily="34" charset="-122"/>
                <a:cs typeface="Source Sans 3" pitchFamily="34" charset="-120"/>
              </a:defRPr>
            </a:lvl1pPr>
          </a:lstStyle>
          <a:p>
            <a:pPr algn="l" indent="0" marL="0">
              <a:lnSpc>
                <a:spcPct val="101000"/>
              </a:lnSpc>
              <a:buNone/>
            </a:pPr>
            <a:r>
              <a:rPr lang="en-US" sz="1800" dirty="0">
                <a:solidFill>
                  <a:srgbClr val="1B2533"/>
                </a:solidFill>
                <a:latin typeface="Source Sans 3" pitchFamily="34" charset="0"/>
                <a:ea typeface="Source Sans 3" pitchFamily="34" charset="-122"/>
                <a:cs typeface="Source Sans 3" pitchFamily="34" charset="-120"/>
              </a:rPr>
              <a:t>What the number means, and n</a:t>
            </a:r>
            <a:endParaRPr lang="en-US" sz="1800" dirty="0"/>
          </a:p>
        </p:txBody>
      </p:sp>
      <p:sp>
        <p:nvSpPr>
          <p:cNvPr id="14" name="Shape 3"/>
          <p:cNvSpPr/>
          <p:nvPr/>
        </p:nvSpPr>
        <p:spPr>
          <a:xfrm>
            <a:off x="6126480" y="1298448"/>
            <a:ext cx="2560320" cy="3017520"/>
          </a:xfrm>
          <a:prstGeom prst="rect">
            <a:avLst/>
          </a:prstGeom>
          <a:solidFill>
            <a:srgbClr val="F3F6FA"/>
          </a:solidFill>
          <a:ln w="12700">
            <a:solidFill>
              <a:srgbClr val="F3F6FA"/>
            </a:solidFill>
            <a:prstDash val="solid"/>
          </a:ln>
        </p:spPr>
      </p:sp>
      <p:sp>
        <p:nvSpPr>
          <p:cNvPr id="15" name="Label 3"/>
          <p:cNvSpPr>
            <a:spLocks noGrp="1"/>
          </p:cNvSpPr>
          <p:nvPr>
            <p:ph idx="113" type="body" hasCustomPrompt="1"/>
          </p:nvPr>
        </p:nvSpPr>
        <p:spPr>
          <a:xfrm>
            <a:off x="6364224" y="1536192"/>
            <a:ext cx="2084832" cy="274320"/>
          </a:xfrm>
          <a:prstGeom prst="rect">
            <a:avLst/>
          </a:prstGeom>
          <a:noFill/>
          <a:ln/>
        </p:spPr>
        <p:txBody>
          <a:bodyPr wrap="square" rtlCol="0" lIns="0" tIns="0" rIns="0" bIns="0" anchor="ctr"/>
          <a:lstStyle>
            <a:lvl1pPr algn="l" indent="0" marL="0">
              <a:lnSpc>
                <a:spcPts val="1800"/>
              </a:lnSpc>
              <a:spcBef>
                <a:spcPts val="0"/>
              </a:spcBef>
              <a:spcAft>
                <a:spcPts val="0"/>
              </a:spcAft>
              <a:buNone/>
              <a:defRPr lang="en-US" sz="1400" b="1" spc="250" kern="0" dirty="0">
                <a:solidFill>
                  <a:srgbClr val="8A6100"/>
                </a:solidFill>
                <a:latin typeface="Source Sans 3" pitchFamily="34" charset="0"/>
                <a:ea typeface="Source Sans 3" pitchFamily="34" charset="-122"/>
                <a:cs typeface="Source Sans 3" pitchFamily="34" charset="-120"/>
              </a:defRPr>
            </a:lvl1pPr>
          </a:lstStyle>
          <a:p>
            <a:pPr algn="l" indent="0" marL="0">
              <a:lnSpc>
                <a:spcPts val="1800"/>
              </a:lnSpc>
              <a:buNone/>
            </a:pPr>
            <a:r>
              <a:rPr lang="en-US" sz="1400" b="1" spc="250" kern="0" dirty="0">
                <a:solidFill>
                  <a:srgbClr val="8A6100"/>
                </a:solidFill>
                <a:latin typeface="Source Sans 3" pitchFamily="34" charset="0"/>
                <a:ea typeface="Source Sans 3" pitchFamily="34" charset="-122"/>
                <a:cs typeface="Source Sans 3" pitchFamily="34" charset="-120"/>
              </a:rPr>
              <a:t>METRIC</a:t>
            </a:r>
            <a:endParaRPr lang="en-US" sz="1400" dirty="0"/>
          </a:p>
        </p:txBody>
      </p:sp>
      <p:sp>
        <p:nvSpPr>
          <p:cNvPr id="16" name="Number 3"/>
          <p:cNvSpPr>
            <a:spLocks noGrp="1"/>
          </p:cNvSpPr>
          <p:nvPr>
            <p:ph idx="114" type="body" hasCustomPrompt="1"/>
          </p:nvPr>
        </p:nvSpPr>
        <p:spPr>
          <a:xfrm>
            <a:off x="6364224" y="1938528"/>
            <a:ext cx="2084832" cy="960120"/>
          </a:xfrm>
          <a:prstGeom prst="rect">
            <a:avLst/>
          </a:prstGeom>
          <a:noFill/>
          <a:ln/>
        </p:spPr>
        <p:txBody>
          <a:bodyPr wrap="square" rtlCol="0" lIns="0" tIns="0" rIns="0" bIns="0" anchor="ctr"/>
          <a:lstStyle>
            <a:lvl1pPr algn="l" indent="0" marL="0">
              <a:lnSpc>
                <a:spcPts val="5600"/>
              </a:lnSpc>
              <a:spcBef>
                <a:spcPts val="0"/>
              </a:spcBef>
              <a:spcAft>
                <a:spcPts val="0"/>
              </a:spcAft>
              <a:buNone/>
              <a:defRPr lang="en-US" sz="5200" dirty="0">
                <a:solidFill>
                  <a:srgbClr val="003976"/>
                </a:solidFill>
                <a:latin typeface="Roboto Slab" pitchFamily="34" charset="0"/>
                <a:ea typeface="Roboto Slab" pitchFamily="34" charset="-122"/>
                <a:cs typeface="Roboto Slab" pitchFamily="34" charset="-120"/>
              </a:defRPr>
            </a:lvl1pPr>
          </a:lstStyle>
          <a:p>
            <a:pPr algn="l" indent="0" marL="0">
              <a:lnSpc>
                <a:spcPts val="5600"/>
              </a:lnSpc>
              <a:buNone/>
            </a:pPr>
            <a:r>
              <a:rPr lang="en-US" sz="5200" dirty="0">
                <a:solidFill>
                  <a:srgbClr val="003976"/>
                </a:solidFill>
                <a:latin typeface="Roboto Slab" pitchFamily="34" charset="0"/>
                <a:ea typeface="Roboto Slab" pitchFamily="34" charset="-122"/>
                <a:cs typeface="Roboto Slab" pitchFamily="34" charset="-120"/>
              </a:rPr>
              <a:t>[00]</a:t>
            </a:r>
            <a:endParaRPr lang="en-US" sz="5200" dirty="0"/>
          </a:p>
        </p:txBody>
      </p:sp>
      <p:sp>
        <p:nvSpPr>
          <p:cNvPr id="17" name="Text 3"/>
          <p:cNvSpPr>
            <a:spLocks noGrp="1"/>
          </p:cNvSpPr>
          <p:nvPr>
            <p:ph idx="115" type="body" hasCustomPrompt="1"/>
          </p:nvPr>
        </p:nvSpPr>
        <p:spPr>
          <a:xfrm>
            <a:off x="6364224" y="3035808"/>
            <a:ext cx="2084832" cy="1042416"/>
          </a:xfrm>
          <a:prstGeom prst="rect">
            <a:avLst/>
          </a:prstGeom>
          <a:noFill/>
          <a:ln/>
        </p:spPr>
        <p:txBody>
          <a:bodyPr wrap="square" rtlCol="0" lIns="0" tIns="0" rIns="0" bIns="0" anchor="t">
            <a:normAutofit/>
          </a:bodyPr>
          <a:lstStyle>
            <a:lvl1pPr algn="l" indent="0" marL="0">
              <a:lnSpc>
                <a:spcPct val="101000"/>
              </a:lnSpc>
              <a:spcBef>
                <a:spcPts val="0"/>
              </a:spcBef>
              <a:spcAft>
                <a:spcPts val="0"/>
              </a:spcAft>
              <a:buNone/>
              <a:defRPr lang="en-US" sz="1800" dirty="0">
                <a:solidFill>
                  <a:srgbClr val="1B2533"/>
                </a:solidFill>
                <a:latin typeface="Source Sans 3" pitchFamily="34" charset="0"/>
                <a:ea typeface="Source Sans 3" pitchFamily="34" charset="-122"/>
                <a:cs typeface="Source Sans 3" pitchFamily="34" charset="-120"/>
              </a:defRPr>
            </a:lvl1pPr>
          </a:lstStyle>
          <a:p>
            <a:pPr algn="l" indent="0" marL="0">
              <a:lnSpc>
                <a:spcPct val="101000"/>
              </a:lnSpc>
              <a:buNone/>
            </a:pPr>
            <a:r>
              <a:rPr lang="en-US" sz="1800" dirty="0">
                <a:solidFill>
                  <a:srgbClr val="1B2533"/>
                </a:solidFill>
                <a:latin typeface="Source Sans 3" pitchFamily="34" charset="0"/>
                <a:ea typeface="Source Sans 3" pitchFamily="34" charset="-122"/>
                <a:cs typeface="Source Sans 3" pitchFamily="34" charset="-120"/>
              </a:rPr>
              <a:t>What the number means, and n</a:t>
            </a:r>
            <a:endParaRPr lang="en-US" sz="1800" dirty="0"/>
          </a:p>
        </p:txBody>
      </p:sp>
      <p:sp>
        <p:nvSpPr>
          <p:cNvPr id="18" name="Shape 4"/>
          <p:cNvSpPr/>
          <p:nvPr/>
        </p:nvSpPr>
        <p:spPr>
          <a:xfrm>
            <a:off x="457200" y="4590288"/>
            <a:ext cx="8229600" cy="0"/>
          </a:xfrm>
          <a:prstGeom prst="line">
            <a:avLst/>
          </a:prstGeom>
          <a:noFill/>
          <a:ln w="9525">
            <a:solidFill>
              <a:srgbClr val="D6DEE8"/>
            </a:solidFill>
            <a:prstDash val="solid"/>
          </a:ln>
        </p:spPr>
      </p:sp>
      <p:sp>
        <p:nvSpPr>
          <p:cNvPr id="19" name="Text 5"/>
          <p:cNvSpPr txBox="1"/>
          <p:nvPr/>
        </p:nvSpPr>
        <p:spPr>
          <a:xfrm>
            <a:off x="457200" y="4663440"/>
            <a:ext cx="6675120" cy="274320"/>
          </a:xfrm>
          <a:prstGeom prst="rect">
            <a:avLst/>
          </a:prstGeom>
          <a:noFill/>
          <a:ln/>
        </p:spPr>
        <p:txBody>
          <a:bodyPr wrap="square" lIns="0" tIns="0" rIns="0" bIns="0" rtlCol="0" anchor="ctr"/>
          <a:lstStyle/>
          <a:p>
            <a:pPr algn="l" indent="0" marL="0">
              <a:buNone/>
            </a:pPr>
            <a:r>
              <a:rPr lang="en-US" sz="1400" dirty="0">
                <a:solidFill>
                  <a:srgbClr val="4A5868"/>
                </a:solidFill>
                <a:latin typeface="Source Sans 3" pitchFamily="34" charset="0"/>
                <a:ea typeface="Source Sans 3" pitchFamily="34" charset="-122"/>
                <a:cs typeface="Source Sans 3" pitchFamily="34" charset="-120"/>
              </a:rPr>
              <a:t>Advanced Telerobotics Research Lab  ·  Kent State University</a:t>
            </a:r>
            <a:endParaRPr lang="en-US" sz="1400" dirty="0"/>
          </a:p>
        </p:txBody>
      </p:sp>
      <p:sp>
        <p:nvSpPr>
          <p:cNvPr id="20" name="Text 6"/>
          <p:cNvSpPr txBox="1"/>
          <p:nvPr/>
        </p:nvSpPr>
        <p:spPr>
          <a:xfrm>
            <a:off x="7315200" y="4663440"/>
            <a:ext cx="1371600" cy="274320"/>
          </a:xfrm>
          <a:prstGeom prst="rect">
            <a:avLst/>
          </a:prstGeom>
          <a:noFill/>
          <a:ln/>
        </p:spPr>
        <p:txBody>
          <a:bodyPr wrap="square" lIns="0" tIns="0" rIns="0" bIns="0" rtlCol="0" anchor="ctr"/>
          <a:lstStyle/>
          <a:p>
            <a:pPr algn="r" indent="0" marL="0">
              <a:buNone/>
            </a:pPr>
            <a:fld id="{1581DD96-19F9-47FF-B17E-E9F7B7DE7B9B}" type="slidenum">
              <a:rPr lang="en-US" sz="1400" dirty="0">
                <a:solidFill>
                  <a:srgbClr val="003976"/>
                </a:solidFill>
                <a:latin typeface="Source Code Pro" pitchFamily="34" charset="0"/>
                <a:ea typeface="Source Code Pro" pitchFamily="34" charset="-122"/>
                <a:cs typeface="Source Code Pro" pitchFamily="34" charset="-120"/>
              </a:rPr>
              <a:t>‹#›</a:t>
            </a:fld>
            <a:endParaRPr lang="en-US" sz="1400" dirty="0"/>
          </a:p>
        </p:txBody>
      </p:sp>
      <p:sp>
        <p:nvSpPr>
          <p:cNvPr id="21" name="Slide Number Placeholder"/>
          <p:cNvSpPr>
            <a:spLocks noGrp="1"/>
          </p:cNvSpPr>
          <p:nvPr>
            <p:ph type="sldNum" sz="quarter" idx="12"/>
          </p:nvPr>
        </p:nvSpPr>
        <p:spPr>
          <a:xfrm>
            <a:off x="7315200" y="4663440"/>
            <a:ext cx="1371600" cy="274320"/>
          </a:xfrm>
          <a:prstGeom prst="rect">
            <a:avLst/>
          </a:prstGeom>
        </p:spPr>
        <p:txBody>
          <a:bodyPr wrap="square" lIns="0" tIns="0" rIns="0" bIns="0" rtlCol="0" anchor="ctr"/>
          <a:lstStyle>
            <a:lvl1pPr algn="r">
              <a:lnSpc>
                <a:spcPts val="1800"/>
              </a:lnSpc>
              <a:buNone/>
              <a:defRPr sz="1400" kern="1200" lang="en-US" dirty="0">
                <a:solidFill>
                  <a:srgbClr val="003976"/>
                </a:solidFill>
                <a:latin typeface="Source Code Pro" pitchFamily="34" charset="0"/>
                <a:ea typeface="Source Code Pro" pitchFamily="34" charset="-122"/>
                <a:cs typeface="Source Code Pro" pitchFamily="34" charset="-120"/>
              </a:defRPr>
            </a:lvl1pPr>
          </a:lstStyle>
          <a:p>
            <a:fld id="{D00BCE54-274E-4FB9-A406-AA50B622E332}" type="slidenum">
              <a:rPr sz="1400" kern="1200" lang="en-US" dirty="0">
                <a:solidFill>
                  <a:srgbClr val="003976"/>
                </a:solidFill>
                <a:latin typeface="Source Code Pro" pitchFamily="34" charset="0"/>
                <a:ea typeface="Source Code Pro" pitchFamily="34" charset="-122"/>
                <a:cs typeface="Source Code Pro" pitchFamily="34" charset="-120"/>
              </a:rPr>
              <a:t>‹#›</a:t>
            </a:fld>
            <a:endParaRPr lang="en-US" sz="1400"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type="chartAndTx">
  <p:cSld name="ATR - Chart + Takeaway">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66928" cy="566928"/>
          </a:xfrm>
          <a:prstGeom prst="rect">
            <a:avLst/>
          </a:prstGeom>
          <a:solidFill>
            <a:srgbClr val="EFAB00"/>
          </a:solidFill>
          <a:ln w="12700">
            <a:solidFill>
              <a:srgbClr val="EFAB00"/>
            </a:solidFill>
            <a:prstDash val="solid"/>
          </a:ln>
        </p:spPr>
      </p:sp>
      <p:pic>
        <p:nvPicPr>
          <p:cNvPr id="3" name="Image 0" descr="ATR Lab mark">    </p:cNvPr>
          <p:cNvPicPr>
            <a:picLocks noChangeAspect="1"/>
          </p:cNvPicPr>
          <p:nvPr/>
        </p:nvPicPr>
        <p:blipFill>
          <a:blip r:embed="rId1"/>
          <a:stretch>
            <a:fillRect/>
          </a:stretch>
        </p:blipFill>
        <p:spPr>
          <a:xfrm>
            <a:off x="563453" y="484632"/>
            <a:ext cx="354421" cy="365760"/>
          </a:xfrm>
          <a:prstGeom prst="rect">
            <a:avLst/>
          </a:prstGeom>
        </p:spPr>
      </p:pic>
      <p:sp>
        <p:nvSpPr>
          <p:cNvPr id="4" name="eyebrow"/>
          <p:cNvSpPr>
            <a:spLocks noGrp="1"/>
          </p:cNvSpPr>
          <p:nvPr>
            <p:ph idx="102" type="body" hasCustomPrompt="1"/>
          </p:nvPr>
        </p:nvSpPr>
        <p:spPr>
          <a:xfrm>
            <a:off x="1207008" y="329184"/>
            <a:ext cx="7479792" cy="274320"/>
          </a:xfrm>
          <a:prstGeom prst="rect">
            <a:avLst/>
          </a:prstGeom>
          <a:noFill/>
          <a:ln/>
        </p:spPr>
        <p:txBody>
          <a:bodyPr wrap="square" rtlCol="0" lIns="0" tIns="0" rIns="0" bIns="0" anchor="ctr">
            <a:normAutofit/>
          </a:bodyPr>
          <a:lstStyle>
            <a:lvl1pPr algn="l" indent="0" marL="0">
              <a:lnSpc>
                <a:spcPct val="97000"/>
              </a:lnSpc>
              <a:spcBef>
                <a:spcPts val="0"/>
              </a:spcBef>
              <a:spcAft>
                <a:spcPts val="0"/>
              </a:spcAft>
              <a:buNone/>
              <a:defRPr lang="en-US" sz="1400" b="1" spc="250" kern="0" dirty="0">
                <a:solidFill>
                  <a:srgbClr val="8A6100"/>
                </a:solidFill>
                <a:latin typeface="Source Sans 3" pitchFamily="34" charset="0"/>
                <a:ea typeface="Source Sans 3" pitchFamily="34" charset="-122"/>
                <a:cs typeface="Source Sans 3" pitchFamily="34" charset="-120"/>
              </a:defRPr>
            </a:lvl1pPr>
          </a:lstStyle>
          <a:p>
            <a:pPr algn="l" indent="0" marL="0">
              <a:lnSpc>
                <a:spcPct val="97000"/>
              </a:lnSpc>
              <a:buNone/>
            </a:pPr>
            <a:r>
              <a:rPr lang="en-US" sz="1400" b="1" spc="250" kern="0" dirty="0">
                <a:solidFill>
                  <a:srgbClr val="8A6100"/>
                </a:solidFill>
                <a:latin typeface="Source Sans 3" pitchFamily="34" charset="0"/>
                <a:ea typeface="Source Sans 3" pitchFamily="34" charset="-122"/>
                <a:cs typeface="Source Sans 3" pitchFamily="34" charset="-120"/>
              </a:rPr>
              <a:t>SECTION 00  ·  SECTION NAME</a:t>
            </a:r>
            <a:endParaRPr lang="en-US" sz="1400" dirty="0"/>
          </a:p>
        </p:txBody>
      </p:sp>
      <p:sp>
        <p:nvSpPr>
          <p:cNvPr id="5" name="title"/>
          <p:cNvSpPr>
            <a:spLocks noGrp="1"/>
          </p:cNvSpPr>
          <p:nvPr>
            <p:ph idx="103" type="title" hasCustomPrompt="1"/>
          </p:nvPr>
        </p:nvSpPr>
        <p:spPr>
          <a:xfrm>
            <a:off x="1207008" y="566928"/>
            <a:ext cx="7479792" cy="475488"/>
          </a:xfrm>
          <a:prstGeom prst="rect">
            <a:avLst/>
          </a:prstGeom>
          <a:noFill/>
          <a:ln/>
        </p:spPr>
        <p:txBody>
          <a:bodyPr wrap="square" rtlCol="0" lIns="0" tIns="0" rIns="0" bIns="0" anchor="t">
            <a:normAutofit/>
          </a:bodyPr>
          <a:lstStyle>
            <a:lvl1pPr algn="l" indent="0" marL="0">
              <a:lnSpc>
                <a:spcPct val="85000"/>
              </a:lnSpc>
              <a:spcBef>
                <a:spcPts val="0"/>
              </a:spcBef>
              <a:spcAft>
                <a:spcPts val="0"/>
              </a:spcAft>
              <a:buNone/>
              <a:defRPr lang="en-US" sz="3200" b="1" dirty="0">
                <a:solidFill>
                  <a:srgbClr val="003976"/>
                </a:solidFill>
                <a:latin typeface="Source Sans 3" pitchFamily="34" charset="0"/>
                <a:ea typeface="Source Sans 3" pitchFamily="34" charset="-122"/>
                <a:cs typeface="Source Sans 3" pitchFamily="34" charset="-120"/>
              </a:defRPr>
            </a:lvl1pPr>
          </a:lstStyle>
          <a:p>
            <a:pPr algn="l" indent="0" marL="0">
              <a:lnSpc>
                <a:spcPct val="85000"/>
              </a:lnSpc>
              <a:buNone/>
            </a:pPr>
            <a:r>
              <a:rPr lang="en-US" sz="3200" b="1" dirty="0">
                <a:solidFill>
                  <a:srgbClr val="003976"/>
                </a:solidFill>
                <a:latin typeface="Source Sans 3" pitchFamily="34" charset="0"/>
                <a:ea typeface="Source Sans 3" pitchFamily="34" charset="-122"/>
                <a:cs typeface="Source Sans 3" pitchFamily="34" charset="-120"/>
              </a:rPr>
              <a:t>Slide title, one line, sentence case</a:t>
            </a:r>
            <a:endParaRPr lang="en-US" sz="3200" dirty="0"/>
          </a:p>
        </p:txBody>
      </p:sp>
      <p:sp>
        <p:nvSpPr>
          <p:cNvPr id="6" name="Chart"/>
          <p:cNvSpPr>
            <a:spLocks noGrp="1"/>
          </p:cNvSpPr>
          <p:nvPr>
            <p:ph idx="104" type="chart" hasCustomPrompt="1" sz="quarter"/>
          </p:nvPr>
        </p:nvSpPr>
        <p:spPr>
          <a:xfrm>
            <a:off x="457200" y="1234440"/>
            <a:ext cx="5394960" cy="2743200"/>
          </a:xfrm>
          <a:prstGeom prst="rect">
            <a:avLst/>
          </a:prstGeom>
          <a:noFill/>
          <a:ln/>
        </p:spPr>
        <p:txBody>
          <a:bodyPr wrap="square" rtlCol="0" anchor="ctr"/>
          <a:lstStyle/>
          <a:p>
            <a:endParaRPr lang="en-US"/>
          </a:p>
        </p:txBody>
      </p:sp>
      <p:sp>
        <p:nvSpPr>
          <p:cNvPr id="7" name="source"/>
          <p:cNvSpPr>
            <a:spLocks noGrp="1"/>
          </p:cNvSpPr>
          <p:nvPr>
            <p:ph idx="105" type="body" hasCustomPrompt="1"/>
          </p:nvPr>
        </p:nvSpPr>
        <p:spPr>
          <a:xfrm>
            <a:off x="457200" y="4041648"/>
            <a:ext cx="5394960" cy="274320"/>
          </a:xfrm>
          <a:prstGeom prst="rect">
            <a:avLst/>
          </a:prstGeom>
          <a:noFill/>
          <a:ln/>
        </p:spPr>
        <p:txBody>
          <a:bodyPr wrap="square" rtlCol="0" lIns="0" tIns="0" rIns="0" bIns="0" anchor="ctr"/>
          <a:lstStyle>
            <a:lvl1pPr algn="l" indent="0" marL="0">
              <a:lnSpc>
                <a:spcPts val="1800"/>
              </a:lnSpc>
              <a:spcBef>
                <a:spcPts val="0"/>
              </a:spcBef>
              <a:spcAft>
                <a:spcPts val="0"/>
              </a:spcAft>
              <a:buNone/>
              <a:defRPr lang="en-US" sz="1400" dirty="0">
                <a:solidFill>
                  <a:srgbClr val="4A5868"/>
                </a:solidFill>
                <a:latin typeface="Source Code Pro" pitchFamily="34" charset="0"/>
                <a:ea typeface="Source Code Pro" pitchFamily="34" charset="-122"/>
                <a:cs typeface="Source Code Pro" pitchFamily="34" charset="-120"/>
              </a:defRPr>
            </a:lvl1pPr>
          </a:lstStyle>
          <a:p>
            <a:pPr algn="l" indent="0" marL="0">
              <a:lnSpc>
                <a:spcPts val="1800"/>
              </a:lnSpc>
              <a:buNone/>
            </a:pPr>
            <a:r>
              <a:rPr lang="en-US" sz="1400" dirty="0">
                <a:solidFill>
                  <a:srgbClr val="4A5868"/>
                </a:solidFill>
                <a:latin typeface="Source Code Pro" pitchFamily="34" charset="0"/>
                <a:ea typeface="Source Code Pro" pitchFamily="34" charset="-122"/>
                <a:cs typeface="Source Code Pro" pitchFamily="34" charset="-120"/>
              </a:rPr>
              <a:t>SOURCE // [study or dataset], n = [N], lower is better</a:t>
            </a:r>
            <a:endParaRPr lang="en-US" sz="1400" dirty="0"/>
          </a:p>
        </p:txBody>
      </p:sp>
      <p:sp>
        <p:nvSpPr>
          <p:cNvPr id="8" name="Shape 1"/>
          <p:cNvSpPr/>
          <p:nvPr/>
        </p:nvSpPr>
        <p:spPr>
          <a:xfrm>
            <a:off x="6126480" y="1234440"/>
            <a:ext cx="2560320" cy="3081528"/>
          </a:xfrm>
          <a:prstGeom prst="rect">
            <a:avLst/>
          </a:prstGeom>
          <a:solidFill>
            <a:srgbClr val="003976"/>
          </a:solidFill>
          <a:ln w="12700">
            <a:solidFill>
              <a:srgbClr val="003976"/>
            </a:solidFill>
            <a:prstDash val="solid"/>
          </a:ln>
        </p:spPr>
      </p:sp>
      <p:sp>
        <p:nvSpPr>
          <p:cNvPr id="9" name="Text 2"/>
          <p:cNvSpPr txBox="1"/>
          <p:nvPr/>
        </p:nvSpPr>
        <p:spPr>
          <a:xfrm>
            <a:off x="6400800" y="1490472"/>
            <a:ext cx="2011680" cy="274320"/>
          </a:xfrm>
          <a:prstGeom prst="rect">
            <a:avLst/>
          </a:prstGeom>
          <a:noFill/>
          <a:ln/>
        </p:spPr>
        <p:txBody>
          <a:bodyPr wrap="square" lIns="0" tIns="0" rIns="0" bIns="0" rtlCol="0" anchor="ctr"/>
          <a:lstStyle/>
          <a:p>
            <a:pPr algn="l" indent="0" marL="0">
              <a:lnSpc>
                <a:spcPts val="1800"/>
              </a:lnSpc>
              <a:buNone/>
            </a:pPr>
            <a:r>
              <a:rPr lang="en-US" sz="1400" b="1" spc="250" kern="0" dirty="0">
                <a:solidFill>
                  <a:srgbClr val="EFAB00"/>
                </a:solidFill>
                <a:latin typeface="Source Sans 3" pitchFamily="34" charset="0"/>
                <a:ea typeface="Source Sans 3" pitchFamily="34" charset="-122"/>
                <a:cs typeface="Source Sans 3" pitchFamily="34" charset="-120"/>
              </a:rPr>
              <a:t>KEY RESULT</a:t>
            </a:r>
            <a:endParaRPr lang="en-US" sz="1400" dirty="0"/>
          </a:p>
        </p:txBody>
      </p:sp>
      <p:sp>
        <p:nvSpPr>
          <p:cNvPr id="10" name="Key number"/>
          <p:cNvSpPr>
            <a:spLocks noGrp="1"/>
          </p:cNvSpPr>
          <p:nvPr>
            <p:ph idx="108" type="body" hasCustomPrompt="1"/>
          </p:nvPr>
        </p:nvSpPr>
        <p:spPr>
          <a:xfrm>
            <a:off x="6400800" y="1801368"/>
            <a:ext cx="2011680" cy="868680"/>
          </a:xfrm>
          <a:prstGeom prst="rect">
            <a:avLst/>
          </a:prstGeom>
          <a:noFill/>
          <a:ln/>
        </p:spPr>
        <p:txBody>
          <a:bodyPr wrap="square" rtlCol="0" lIns="0" tIns="0" rIns="0" bIns="0" anchor="ctr"/>
          <a:lstStyle>
            <a:lvl1pPr algn="l" indent="0" marL="0">
              <a:lnSpc>
                <a:spcPts val="6800"/>
              </a:lnSpc>
              <a:spcBef>
                <a:spcPts val="0"/>
              </a:spcBef>
              <a:spcAft>
                <a:spcPts val="0"/>
              </a:spcAft>
              <a:buNone/>
              <a:defRPr lang="en-US" sz="6400" b="1" spc="-100" kern="0" dirty="0">
                <a:solidFill>
                  <a:srgbClr val="EFAB00"/>
                </a:solidFill>
                <a:latin typeface="Roboto Slab" pitchFamily="34" charset="0"/>
                <a:ea typeface="Roboto Slab" pitchFamily="34" charset="-122"/>
                <a:cs typeface="Roboto Slab" pitchFamily="34" charset="-120"/>
              </a:defRPr>
            </a:lvl1pPr>
          </a:lstStyle>
          <a:p>
            <a:pPr algn="l" indent="0" marL="0">
              <a:lnSpc>
                <a:spcPts val="6800"/>
              </a:lnSpc>
              <a:buNone/>
            </a:pPr>
            <a:r>
              <a:rPr lang="en-US" sz="6400" b="1" spc="-100" kern="0" dirty="0">
                <a:solidFill>
                  <a:srgbClr val="EFAB00"/>
                </a:solidFill>
                <a:latin typeface="Roboto Slab" pitchFamily="34" charset="0"/>
                <a:ea typeface="Roboto Slab" pitchFamily="34" charset="-122"/>
                <a:cs typeface="Roboto Slab" pitchFamily="34" charset="-120"/>
              </a:rPr>
              <a:t>00%</a:t>
            </a:r>
            <a:endParaRPr lang="en-US" sz="6400" dirty="0"/>
          </a:p>
        </p:txBody>
      </p:sp>
      <p:sp>
        <p:nvSpPr>
          <p:cNvPr id="11" name="Key label"/>
          <p:cNvSpPr>
            <a:spLocks noGrp="1"/>
          </p:cNvSpPr>
          <p:nvPr>
            <p:ph idx="109" type="body" hasCustomPrompt="1"/>
          </p:nvPr>
        </p:nvSpPr>
        <p:spPr>
          <a:xfrm>
            <a:off x="6400800" y="2752344"/>
            <a:ext cx="2011680" cy="987552"/>
          </a:xfrm>
          <a:prstGeom prst="rect">
            <a:avLst/>
          </a:prstGeom>
          <a:noFill/>
          <a:ln/>
        </p:spPr>
        <p:txBody>
          <a:bodyPr wrap="square" rtlCol="0" lIns="0" tIns="0" rIns="0" bIns="0" anchor="t">
            <a:normAutofit/>
          </a:bodyPr>
          <a:lstStyle>
            <a:lvl1pPr algn="l" indent="0" marL="0">
              <a:lnSpc>
                <a:spcPct val="101000"/>
              </a:lnSpc>
              <a:spcBef>
                <a:spcPts val="0"/>
              </a:spcBef>
              <a:spcAft>
                <a:spcPts val="0"/>
              </a:spcAft>
              <a:buNone/>
              <a:defRPr lang="en-US" sz="1800" dirty="0">
                <a:solidFill>
                  <a:srgbClr val="FFFFFF"/>
                </a:solidFill>
                <a:latin typeface="Source Sans 3" pitchFamily="34" charset="0"/>
                <a:ea typeface="Source Sans 3" pitchFamily="34" charset="-122"/>
                <a:cs typeface="Source Sans 3" pitchFamily="34" charset="-120"/>
              </a:defRPr>
            </a:lvl1pPr>
          </a:lstStyle>
          <a:p>
            <a:pPr algn="l" indent="0" marL="0">
              <a:lnSpc>
                <a:spcPct val="101000"/>
              </a:lnSpc>
              <a:buNone/>
            </a:pPr>
            <a:r>
              <a:rPr lang="en-US" sz="1800" dirty="0">
                <a:solidFill>
                  <a:srgbClr val="FFFFFF"/>
                </a:solidFill>
                <a:latin typeface="Source Sans 3" pitchFamily="34" charset="0"/>
                <a:ea typeface="Source Sans 3" pitchFamily="34" charset="-122"/>
                <a:cs typeface="Source Sans 3" pitchFamily="34" charset="-120"/>
              </a:rPr>
              <a:t>What the number means</a:t>
            </a:r>
            <a:endParaRPr lang="en-US" sz="1800" dirty="0"/>
          </a:p>
        </p:txBody>
      </p:sp>
      <p:sp>
        <p:nvSpPr>
          <p:cNvPr id="12" name="Flag"/>
          <p:cNvSpPr>
            <a:spLocks noGrp="1"/>
          </p:cNvSpPr>
          <p:nvPr>
            <p:ph idx="110" type="body" hasCustomPrompt="1"/>
          </p:nvPr>
        </p:nvSpPr>
        <p:spPr>
          <a:xfrm>
            <a:off x="6400800" y="3785616"/>
            <a:ext cx="2011680" cy="274320"/>
          </a:xfrm>
          <a:prstGeom prst="rect">
            <a:avLst/>
          </a:prstGeom>
          <a:noFill/>
          <a:ln/>
        </p:spPr>
        <p:txBody>
          <a:bodyPr wrap="square" rtlCol="0" lIns="0" tIns="0" rIns="0" bIns="0" anchor="ctr"/>
          <a:lstStyle>
            <a:lvl1pPr algn="l" indent="0" marL="0">
              <a:lnSpc>
                <a:spcPts val="1800"/>
              </a:lnSpc>
              <a:spcBef>
                <a:spcPts val="0"/>
              </a:spcBef>
              <a:spcAft>
                <a:spcPts val="0"/>
              </a:spcAft>
              <a:buNone/>
              <a:defRPr lang="en-US" sz="1400" dirty="0">
                <a:solidFill>
                  <a:srgbClr val="EFAB00"/>
                </a:solidFill>
                <a:latin typeface="Source Code Pro" pitchFamily="34" charset="0"/>
                <a:ea typeface="Source Code Pro" pitchFamily="34" charset="-122"/>
                <a:cs typeface="Source Code Pro" pitchFamily="34" charset="-120"/>
              </a:defRPr>
            </a:lvl1pPr>
          </a:lstStyle>
          <a:p>
            <a:pPr algn="l" indent="0" marL="0">
              <a:lnSpc>
                <a:spcPts val="1800"/>
              </a:lnSpc>
              <a:buNone/>
            </a:pPr>
            <a:r>
              <a:rPr lang="en-US" sz="1400" dirty="0">
                <a:solidFill>
                  <a:srgbClr val="EFAB00"/>
                </a:solidFill>
                <a:latin typeface="Source Code Pro" pitchFamily="34" charset="0"/>
                <a:ea typeface="Source Code Pro" pitchFamily="34" charset="-122"/>
                <a:cs typeface="Source Code Pro" pitchFamily="34" charset="-120"/>
              </a:rPr>
              <a:t>EXAMPLE FIGURE</a:t>
            </a:r>
            <a:endParaRPr lang="en-US" sz="1400" dirty="0"/>
          </a:p>
        </p:txBody>
      </p:sp>
      <p:sp>
        <p:nvSpPr>
          <p:cNvPr id="13" name="Shape 3"/>
          <p:cNvSpPr/>
          <p:nvPr/>
        </p:nvSpPr>
        <p:spPr>
          <a:xfrm>
            <a:off x="457200" y="4590288"/>
            <a:ext cx="8229600" cy="0"/>
          </a:xfrm>
          <a:prstGeom prst="line">
            <a:avLst/>
          </a:prstGeom>
          <a:noFill/>
          <a:ln w="9525">
            <a:solidFill>
              <a:srgbClr val="D6DEE8"/>
            </a:solidFill>
            <a:prstDash val="solid"/>
          </a:ln>
        </p:spPr>
      </p:sp>
      <p:sp>
        <p:nvSpPr>
          <p:cNvPr id="14" name="Text 4"/>
          <p:cNvSpPr txBox="1"/>
          <p:nvPr/>
        </p:nvSpPr>
        <p:spPr>
          <a:xfrm>
            <a:off x="457200" y="4663440"/>
            <a:ext cx="6675120" cy="274320"/>
          </a:xfrm>
          <a:prstGeom prst="rect">
            <a:avLst/>
          </a:prstGeom>
          <a:noFill/>
          <a:ln/>
        </p:spPr>
        <p:txBody>
          <a:bodyPr wrap="square" lIns="0" tIns="0" rIns="0" bIns="0" rtlCol="0" anchor="ctr"/>
          <a:lstStyle/>
          <a:p>
            <a:pPr algn="l" indent="0" marL="0">
              <a:buNone/>
            </a:pPr>
            <a:r>
              <a:rPr lang="en-US" sz="1400" dirty="0">
                <a:solidFill>
                  <a:srgbClr val="4A5868"/>
                </a:solidFill>
                <a:latin typeface="Source Sans 3" pitchFamily="34" charset="0"/>
                <a:ea typeface="Source Sans 3" pitchFamily="34" charset="-122"/>
                <a:cs typeface="Source Sans 3" pitchFamily="34" charset="-120"/>
              </a:rPr>
              <a:t>Advanced Telerobotics Research Lab  ·  Kent State University</a:t>
            </a:r>
            <a:endParaRPr lang="en-US" sz="1400" dirty="0"/>
          </a:p>
        </p:txBody>
      </p:sp>
      <p:sp>
        <p:nvSpPr>
          <p:cNvPr id="15" name="Text 5"/>
          <p:cNvSpPr txBox="1"/>
          <p:nvPr/>
        </p:nvSpPr>
        <p:spPr>
          <a:xfrm>
            <a:off x="7315200" y="4663440"/>
            <a:ext cx="1371600" cy="274320"/>
          </a:xfrm>
          <a:prstGeom prst="rect">
            <a:avLst/>
          </a:prstGeom>
          <a:noFill/>
          <a:ln/>
        </p:spPr>
        <p:txBody>
          <a:bodyPr wrap="square" lIns="0" tIns="0" rIns="0" bIns="0" rtlCol="0" anchor="ctr"/>
          <a:lstStyle/>
          <a:p>
            <a:pPr algn="r" indent="0" marL="0">
              <a:buNone/>
            </a:pPr>
            <a:fld id="{BEA7E37B-8F53-4937-BAA0-3E92C1A1BA67}" type="slidenum">
              <a:rPr lang="en-US" sz="1400" dirty="0">
                <a:solidFill>
                  <a:srgbClr val="003976"/>
                </a:solidFill>
                <a:latin typeface="Source Code Pro" pitchFamily="34" charset="0"/>
                <a:ea typeface="Source Code Pro" pitchFamily="34" charset="-122"/>
                <a:cs typeface="Source Code Pro" pitchFamily="34" charset="-120"/>
              </a:rPr>
              <a:t>‹#›</a:t>
            </a:fld>
            <a:endParaRPr lang="en-US" sz="1400" dirty="0"/>
          </a:p>
        </p:txBody>
      </p:sp>
      <p:sp>
        <p:nvSpPr>
          <p:cNvPr id="16" name="Slide Number Placeholder"/>
          <p:cNvSpPr>
            <a:spLocks noGrp="1"/>
          </p:cNvSpPr>
          <p:nvPr>
            <p:ph type="sldNum" sz="quarter" idx="12"/>
          </p:nvPr>
        </p:nvSpPr>
        <p:spPr>
          <a:xfrm>
            <a:off x="7315200" y="4663440"/>
            <a:ext cx="1371600" cy="274320"/>
          </a:xfrm>
          <a:prstGeom prst="rect">
            <a:avLst/>
          </a:prstGeom>
        </p:spPr>
        <p:txBody>
          <a:bodyPr wrap="square" lIns="0" tIns="0" rIns="0" bIns="0" rtlCol="0" anchor="ctr"/>
          <a:lstStyle>
            <a:lvl1pPr algn="r">
              <a:lnSpc>
                <a:spcPts val="1800"/>
              </a:lnSpc>
              <a:buNone/>
              <a:defRPr sz="1400" kern="1200" lang="en-US" dirty="0">
                <a:solidFill>
                  <a:srgbClr val="003976"/>
                </a:solidFill>
                <a:latin typeface="Source Code Pro" pitchFamily="34" charset="0"/>
                <a:ea typeface="Source Code Pro" pitchFamily="34" charset="-122"/>
                <a:cs typeface="Source Code Pro" pitchFamily="34" charset="-120"/>
              </a:defRPr>
            </a:lvl1pPr>
          </a:lstStyle>
          <a:p>
            <a:fld id="{425FC768-DA3C-49F4-86B1-B106A20FE432}" type="slidenum">
              <a:rPr sz="1400" kern="1200" lang="en-US" dirty="0">
                <a:solidFill>
                  <a:srgbClr val="003976"/>
                </a:solidFill>
                <a:latin typeface="Source Code Pro" pitchFamily="34" charset="0"/>
                <a:ea typeface="Source Code Pro" pitchFamily="34" charset="-122"/>
                <a:cs typeface="Source Code Pro" pitchFamily="34" charset="-120"/>
              </a:rPr>
              <a:t>‹#›</a:t>
            </a:fld>
            <a:endParaRPr lang="en-US" sz="1400"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type="tbl">
  <p:cSld name="ATR - Tab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66928" cy="566928"/>
          </a:xfrm>
          <a:prstGeom prst="rect">
            <a:avLst/>
          </a:prstGeom>
          <a:solidFill>
            <a:srgbClr val="EFAB00"/>
          </a:solidFill>
          <a:ln w="12700">
            <a:solidFill>
              <a:srgbClr val="EFAB00"/>
            </a:solidFill>
            <a:prstDash val="solid"/>
          </a:ln>
        </p:spPr>
      </p:sp>
      <p:pic>
        <p:nvPicPr>
          <p:cNvPr id="3" name="Image 0" descr="ATR Lab mark">    </p:cNvPr>
          <p:cNvPicPr>
            <a:picLocks noChangeAspect="1"/>
          </p:cNvPicPr>
          <p:nvPr/>
        </p:nvPicPr>
        <p:blipFill>
          <a:blip r:embed="rId1"/>
          <a:stretch>
            <a:fillRect/>
          </a:stretch>
        </p:blipFill>
        <p:spPr>
          <a:xfrm>
            <a:off x="563453" y="484632"/>
            <a:ext cx="354421" cy="365760"/>
          </a:xfrm>
          <a:prstGeom prst="rect">
            <a:avLst/>
          </a:prstGeom>
        </p:spPr>
      </p:pic>
      <p:sp>
        <p:nvSpPr>
          <p:cNvPr id="4" name="eyebrow"/>
          <p:cNvSpPr>
            <a:spLocks noGrp="1"/>
          </p:cNvSpPr>
          <p:nvPr>
            <p:ph idx="102" type="body" hasCustomPrompt="1"/>
          </p:nvPr>
        </p:nvSpPr>
        <p:spPr>
          <a:xfrm>
            <a:off x="1207008" y="329184"/>
            <a:ext cx="7479792" cy="274320"/>
          </a:xfrm>
          <a:prstGeom prst="rect">
            <a:avLst/>
          </a:prstGeom>
          <a:noFill/>
          <a:ln/>
        </p:spPr>
        <p:txBody>
          <a:bodyPr wrap="square" rtlCol="0" lIns="0" tIns="0" rIns="0" bIns="0" anchor="ctr">
            <a:normAutofit/>
          </a:bodyPr>
          <a:lstStyle>
            <a:lvl1pPr algn="l" indent="0" marL="0">
              <a:lnSpc>
                <a:spcPct val="97000"/>
              </a:lnSpc>
              <a:spcBef>
                <a:spcPts val="0"/>
              </a:spcBef>
              <a:spcAft>
                <a:spcPts val="0"/>
              </a:spcAft>
              <a:buNone/>
              <a:defRPr lang="en-US" sz="1400" b="1" spc="250" kern="0" dirty="0">
                <a:solidFill>
                  <a:srgbClr val="8A6100"/>
                </a:solidFill>
                <a:latin typeface="Source Sans 3" pitchFamily="34" charset="0"/>
                <a:ea typeface="Source Sans 3" pitchFamily="34" charset="-122"/>
                <a:cs typeface="Source Sans 3" pitchFamily="34" charset="-120"/>
              </a:defRPr>
            </a:lvl1pPr>
          </a:lstStyle>
          <a:p>
            <a:pPr algn="l" indent="0" marL="0">
              <a:lnSpc>
                <a:spcPct val="97000"/>
              </a:lnSpc>
              <a:buNone/>
            </a:pPr>
            <a:r>
              <a:rPr lang="en-US" sz="1400" b="1" spc="250" kern="0" dirty="0">
                <a:solidFill>
                  <a:srgbClr val="8A6100"/>
                </a:solidFill>
                <a:latin typeface="Source Sans 3" pitchFamily="34" charset="0"/>
                <a:ea typeface="Source Sans 3" pitchFamily="34" charset="-122"/>
                <a:cs typeface="Source Sans 3" pitchFamily="34" charset="-120"/>
              </a:rPr>
              <a:t>SECTION 00  ·  SECTION NAME</a:t>
            </a:r>
            <a:endParaRPr lang="en-US" sz="1400" dirty="0"/>
          </a:p>
        </p:txBody>
      </p:sp>
      <p:sp>
        <p:nvSpPr>
          <p:cNvPr id="5" name="title"/>
          <p:cNvSpPr>
            <a:spLocks noGrp="1"/>
          </p:cNvSpPr>
          <p:nvPr>
            <p:ph idx="103" type="title" hasCustomPrompt="1"/>
          </p:nvPr>
        </p:nvSpPr>
        <p:spPr>
          <a:xfrm>
            <a:off x="1207008" y="566928"/>
            <a:ext cx="7479792" cy="475488"/>
          </a:xfrm>
          <a:prstGeom prst="rect">
            <a:avLst/>
          </a:prstGeom>
          <a:noFill/>
          <a:ln/>
        </p:spPr>
        <p:txBody>
          <a:bodyPr wrap="square" rtlCol="0" lIns="0" tIns="0" rIns="0" bIns="0" anchor="t">
            <a:normAutofit/>
          </a:bodyPr>
          <a:lstStyle>
            <a:lvl1pPr algn="l" indent="0" marL="0">
              <a:lnSpc>
                <a:spcPct val="85000"/>
              </a:lnSpc>
              <a:spcBef>
                <a:spcPts val="0"/>
              </a:spcBef>
              <a:spcAft>
                <a:spcPts val="0"/>
              </a:spcAft>
              <a:buNone/>
              <a:defRPr lang="en-US" sz="3200" b="1" dirty="0">
                <a:solidFill>
                  <a:srgbClr val="003976"/>
                </a:solidFill>
                <a:latin typeface="Source Sans 3" pitchFamily="34" charset="0"/>
                <a:ea typeface="Source Sans 3" pitchFamily="34" charset="-122"/>
                <a:cs typeface="Source Sans 3" pitchFamily="34" charset="-120"/>
              </a:defRPr>
            </a:lvl1pPr>
          </a:lstStyle>
          <a:p>
            <a:pPr algn="l" indent="0" marL="0">
              <a:lnSpc>
                <a:spcPct val="85000"/>
              </a:lnSpc>
              <a:buNone/>
            </a:pPr>
            <a:r>
              <a:rPr lang="en-US" sz="3200" b="1" dirty="0">
                <a:solidFill>
                  <a:srgbClr val="003976"/>
                </a:solidFill>
                <a:latin typeface="Source Sans 3" pitchFamily="34" charset="0"/>
                <a:ea typeface="Source Sans 3" pitchFamily="34" charset="-122"/>
                <a:cs typeface="Source Sans 3" pitchFamily="34" charset="-120"/>
              </a:rPr>
              <a:t>Slide title, one line, sentence case</a:t>
            </a:r>
            <a:endParaRPr lang="en-US" sz="3200" dirty="0"/>
          </a:p>
        </p:txBody>
      </p:sp>
      <p:sp>
        <p:nvSpPr>
          <p:cNvPr id="6" name="Table"/>
          <p:cNvSpPr>
            <a:spLocks noGrp="1"/>
          </p:cNvSpPr>
          <p:nvPr>
            <p:ph idx="104" hasCustomPrompt="1" type="tbl" sz="quarter"/>
          </p:nvPr>
        </p:nvSpPr>
        <p:spPr>
          <a:xfrm>
            <a:off x="457200" y="1298448"/>
            <a:ext cx="8229600" cy="3017520"/>
          </a:xfrm>
          <a:prstGeom prst="rect">
            <a:avLst/>
          </a:prstGeom>
          <a:noFill/>
          <a:ln/>
        </p:spPr>
        <p:txBody>
          <a:bodyPr wrap="square" rtlCol="0" anchor="ctr"/>
          <a:lstStyle/>
          <a:p>
            <a:endParaRPr lang="en-US"/>
          </a:p>
        </p:txBody>
      </p:sp>
      <p:sp>
        <p:nvSpPr>
          <p:cNvPr id="7" name="Shape 1"/>
          <p:cNvSpPr/>
          <p:nvPr/>
        </p:nvSpPr>
        <p:spPr>
          <a:xfrm>
            <a:off x="457200" y="4590288"/>
            <a:ext cx="8229600" cy="0"/>
          </a:xfrm>
          <a:prstGeom prst="line">
            <a:avLst/>
          </a:prstGeom>
          <a:noFill/>
          <a:ln w="9525">
            <a:solidFill>
              <a:srgbClr val="D6DEE8"/>
            </a:solidFill>
            <a:prstDash val="solid"/>
          </a:ln>
        </p:spPr>
      </p:sp>
      <p:sp>
        <p:nvSpPr>
          <p:cNvPr id="8" name="Text 2"/>
          <p:cNvSpPr txBox="1"/>
          <p:nvPr/>
        </p:nvSpPr>
        <p:spPr>
          <a:xfrm>
            <a:off x="457200" y="4663440"/>
            <a:ext cx="6675120" cy="274320"/>
          </a:xfrm>
          <a:prstGeom prst="rect">
            <a:avLst/>
          </a:prstGeom>
          <a:noFill/>
          <a:ln/>
        </p:spPr>
        <p:txBody>
          <a:bodyPr wrap="square" lIns="0" tIns="0" rIns="0" bIns="0" rtlCol="0" anchor="ctr"/>
          <a:lstStyle/>
          <a:p>
            <a:pPr algn="l" indent="0" marL="0">
              <a:buNone/>
            </a:pPr>
            <a:r>
              <a:rPr lang="en-US" sz="1400" dirty="0">
                <a:solidFill>
                  <a:srgbClr val="4A5868"/>
                </a:solidFill>
                <a:latin typeface="Source Sans 3" pitchFamily="34" charset="0"/>
                <a:ea typeface="Source Sans 3" pitchFamily="34" charset="-122"/>
                <a:cs typeface="Source Sans 3" pitchFamily="34" charset="-120"/>
              </a:rPr>
              <a:t>Advanced Telerobotics Research Lab  ·  Kent State University</a:t>
            </a:r>
            <a:endParaRPr lang="en-US" sz="1400" dirty="0"/>
          </a:p>
        </p:txBody>
      </p:sp>
      <p:sp>
        <p:nvSpPr>
          <p:cNvPr id="9" name="Text 3"/>
          <p:cNvSpPr txBox="1"/>
          <p:nvPr/>
        </p:nvSpPr>
        <p:spPr>
          <a:xfrm>
            <a:off x="7315200" y="4663440"/>
            <a:ext cx="1371600" cy="274320"/>
          </a:xfrm>
          <a:prstGeom prst="rect">
            <a:avLst/>
          </a:prstGeom>
          <a:noFill/>
          <a:ln/>
        </p:spPr>
        <p:txBody>
          <a:bodyPr wrap="square" lIns="0" tIns="0" rIns="0" bIns="0" rtlCol="0" anchor="ctr"/>
          <a:lstStyle/>
          <a:p>
            <a:pPr algn="r" indent="0" marL="0">
              <a:buNone/>
            </a:pPr>
            <a:fld id="{87C2520C-75B4-4486-A195-E2691249A422}" type="slidenum">
              <a:rPr lang="en-US" sz="1400" dirty="0">
                <a:solidFill>
                  <a:srgbClr val="003976"/>
                </a:solidFill>
                <a:latin typeface="Source Code Pro" pitchFamily="34" charset="0"/>
                <a:ea typeface="Source Code Pro" pitchFamily="34" charset="-122"/>
                <a:cs typeface="Source Code Pro" pitchFamily="34" charset="-120"/>
              </a:rPr>
              <a:t>‹#›</a:t>
            </a:fld>
            <a:endParaRPr lang="en-US" sz="1400" dirty="0"/>
          </a:p>
        </p:txBody>
      </p:sp>
      <p:sp>
        <p:nvSpPr>
          <p:cNvPr id="10" name="Slide Number Placeholder"/>
          <p:cNvSpPr>
            <a:spLocks noGrp="1"/>
          </p:cNvSpPr>
          <p:nvPr>
            <p:ph type="sldNum" sz="quarter" idx="12"/>
          </p:nvPr>
        </p:nvSpPr>
        <p:spPr>
          <a:xfrm>
            <a:off x="7315200" y="4663440"/>
            <a:ext cx="1371600" cy="274320"/>
          </a:xfrm>
          <a:prstGeom prst="rect">
            <a:avLst/>
          </a:prstGeom>
        </p:spPr>
        <p:txBody>
          <a:bodyPr wrap="square" lIns="0" tIns="0" rIns="0" bIns="0" rtlCol="0" anchor="ctr"/>
          <a:lstStyle>
            <a:lvl1pPr algn="r">
              <a:lnSpc>
                <a:spcPts val="1800"/>
              </a:lnSpc>
              <a:buNone/>
              <a:defRPr sz="1400" kern="1200" lang="en-US" dirty="0">
                <a:solidFill>
                  <a:srgbClr val="003976"/>
                </a:solidFill>
                <a:latin typeface="Source Code Pro" pitchFamily="34" charset="0"/>
                <a:ea typeface="Source Code Pro" pitchFamily="34" charset="-122"/>
                <a:cs typeface="Source Code Pro" pitchFamily="34" charset="-120"/>
              </a:defRPr>
            </a:lvl1pPr>
          </a:lstStyle>
          <a:p>
            <a:fld id="{02B87C28-12C0-4C63-A291-0A4BB46A6856}" type="slidenum">
              <a:rPr sz="1400" kern="1200" lang="en-US" dirty="0">
                <a:solidFill>
                  <a:srgbClr val="003976"/>
                </a:solidFill>
                <a:latin typeface="Source Code Pro" pitchFamily="34" charset="0"/>
                <a:ea typeface="Source Code Pro" pitchFamily="34" charset="-122"/>
                <a:cs typeface="Source Code Pro" pitchFamily="34" charset="-120"/>
              </a:rPr>
              <a:t>‹#›</a:t>
            </a:fld>
            <a:endParaRPr lang="en-US" sz="1400"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type="obj">
  <p:cSld name="ATR - Timelin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66928" cy="566928"/>
          </a:xfrm>
          <a:prstGeom prst="rect">
            <a:avLst/>
          </a:prstGeom>
          <a:solidFill>
            <a:srgbClr val="EFAB00"/>
          </a:solidFill>
          <a:ln w="12700">
            <a:solidFill>
              <a:srgbClr val="EFAB00"/>
            </a:solidFill>
            <a:prstDash val="solid"/>
          </a:ln>
        </p:spPr>
      </p:sp>
      <p:pic>
        <p:nvPicPr>
          <p:cNvPr id="3" name="Image 0" descr="ATR Lab mark">    </p:cNvPr>
          <p:cNvPicPr>
            <a:picLocks noChangeAspect="1"/>
          </p:cNvPicPr>
          <p:nvPr/>
        </p:nvPicPr>
        <p:blipFill>
          <a:blip r:embed="rId1"/>
          <a:stretch>
            <a:fillRect/>
          </a:stretch>
        </p:blipFill>
        <p:spPr>
          <a:xfrm>
            <a:off x="563453" y="484632"/>
            <a:ext cx="354421" cy="365760"/>
          </a:xfrm>
          <a:prstGeom prst="rect">
            <a:avLst/>
          </a:prstGeom>
        </p:spPr>
      </p:pic>
      <p:sp>
        <p:nvSpPr>
          <p:cNvPr id="4" name="eyebrow"/>
          <p:cNvSpPr>
            <a:spLocks noGrp="1"/>
          </p:cNvSpPr>
          <p:nvPr>
            <p:ph idx="102" type="body" hasCustomPrompt="1"/>
          </p:nvPr>
        </p:nvSpPr>
        <p:spPr>
          <a:xfrm>
            <a:off x="1207008" y="329184"/>
            <a:ext cx="7479792" cy="274320"/>
          </a:xfrm>
          <a:prstGeom prst="rect">
            <a:avLst/>
          </a:prstGeom>
          <a:noFill/>
          <a:ln/>
        </p:spPr>
        <p:txBody>
          <a:bodyPr wrap="square" rtlCol="0" lIns="0" tIns="0" rIns="0" bIns="0" anchor="ctr">
            <a:normAutofit/>
          </a:bodyPr>
          <a:lstStyle>
            <a:lvl1pPr algn="l" indent="0" marL="0">
              <a:lnSpc>
                <a:spcPct val="97000"/>
              </a:lnSpc>
              <a:spcBef>
                <a:spcPts val="0"/>
              </a:spcBef>
              <a:spcAft>
                <a:spcPts val="0"/>
              </a:spcAft>
              <a:buNone/>
              <a:defRPr lang="en-US" sz="1400" b="1" spc="250" kern="0" dirty="0">
                <a:solidFill>
                  <a:srgbClr val="8A6100"/>
                </a:solidFill>
                <a:latin typeface="Source Sans 3" pitchFamily="34" charset="0"/>
                <a:ea typeface="Source Sans 3" pitchFamily="34" charset="-122"/>
                <a:cs typeface="Source Sans 3" pitchFamily="34" charset="-120"/>
              </a:defRPr>
            </a:lvl1pPr>
          </a:lstStyle>
          <a:p>
            <a:pPr algn="l" indent="0" marL="0">
              <a:lnSpc>
                <a:spcPct val="97000"/>
              </a:lnSpc>
              <a:buNone/>
            </a:pPr>
            <a:r>
              <a:rPr lang="en-US" sz="1400" b="1" spc="250" kern="0" dirty="0">
                <a:solidFill>
                  <a:srgbClr val="8A6100"/>
                </a:solidFill>
                <a:latin typeface="Source Sans 3" pitchFamily="34" charset="0"/>
                <a:ea typeface="Source Sans 3" pitchFamily="34" charset="-122"/>
                <a:cs typeface="Source Sans 3" pitchFamily="34" charset="-120"/>
              </a:rPr>
              <a:t>SECTION 00  ·  SECTION NAME</a:t>
            </a:r>
            <a:endParaRPr lang="en-US" sz="1400" dirty="0"/>
          </a:p>
        </p:txBody>
      </p:sp>
      <p:sp>
        <p:nvSpPr>
          <p:cNvPr id="5" name="title"/>
          <p:cNvSpPr>
            <a:spLocks noGrp="1"/>
          </p:cNvSpPr>
          <p:nvPr>
            <p:ph idx="103" type="title" hasCustomPrompt="1"/>
          </p:nvPr>
        </p:nvSpPr>
        <p:spPr>
          <a:xfrm>
            <a:off x="1207008" y="566928"/>
            <a:ext cx="7479792" cy="475488"/>
          </a:xfrm>
          <a:prstGeom prst="rect">
            <a:avLst/>
          </a:prstGeom>
          <a:noFill/>
          <a:ln/>
        </p:spPr>
        <p:txBody>
          <a:bodyPr wrap="square" rtlCol="0" lIns="0" tIns="0" rIns="0" bIns="0" anchor="t">
            <a:normAutofit/>
          </a:bodyPr>
          <a:lstStyle>
            <a:lvl1pPr algn="l" indent="0" marL="0">
              <a:lnSpc>
                <a:spcPct val="85000"/>
              </a:lnSpc>
              <a:spcBef>
                <a:spcPts val="0"/>
              </a:spcBef>
              <a:spcAft>
                <a:spcPts val="0"/>
              </a:spcAft>
              <a:buNone/>
              <a:defRPr lang="en-US" sz="3200" b="1" dirty="0">
                <a:solidFill>
                  <a:srgbClr val="003976"/>
                </a:solidFill>
                <a:latin typeface="Source Sans 3" pitchFamily="34" charset="0"/>
                <a:ea typeface="Source Sans 3" pitchFamily="34" charset="-122"/>
                <a:cs typeface="Source Sans 3" pitchFamily="34" charset="-120"/>
              </a:defRPr>
            </a:lvl1pPr>
          </a:lstStyle>
          <a:p>
            <a:pPr algn="l" indent="0" marL="0">
              <a:lnSpc>
                <a:spcPct val="85000"/>
              </a:lnSpc>
              <a:buNone/>
            </a:pPr>
            <a:r>
              <a:rPr lang="en-US" sz="3200" b="1" dirty="0">
                <a:solidFill>
                  <a:srgbClr val="003976"/>
                </a:solidFill>
                <a:latin typeface="Source Sans 3" pitchFamily="34" charset="0"/>
                <a:ea typeface="Source Sans 3" pitchFamily="34" charset="-122"/>
                <a:cs typeface="Source Sans 3" pitchFamily="34" charset="-120"/>
              </a:rPr>
              <a:t>Slide title, one line, sentence case</a:t>
            </a:r>
            <a:endParaRPr lang="en-US" sz="3200" dirty="0"/>
          </a:p>
        </p:txBody>
      </p:sp>
      <p:sp>
        <p:nvSpPr>
          <p:cNvPr id="6" name="Shape 1"/>
          <p:cNvSpPr/>
          <p:nvPr/>
        </p:nvSpPr>
        <p:spPr>
          <a:xfrm>
            <a:off x="457200" y="2377440"/>
            <a:ext cx="8229600" cy="0"/>
          </a:xfrm>
          <a:prstGeom prst="line">
            <a:avLst/>
          </a:prstGeom>
          <a:noFill/>
          <a:ln w="9525">
            <a:solidFill>
              <a:srgbClr val="D6DEE8"/>
            </a:solidFill>
            <a:prstDash val="solid"/>
          </a:ln>
        </p:spPr>
      </p:sp>
      <p:sp>
        <p:nvSpPr>
          <p:cNvPr id="7" name="Text 2"/>
          <p:cNvSpPr/>
          <p:nvPr/>
        </p:nvSpPr>
        <p:spPr>
          <a:xfrm>
            <a:off x="1069848" y="2167128"/>
            <a:ext cx="420624" cy="420624"/>
          </a:xfrm>
          <a:prstGeom prst="rect">
            <a:avLst/>
          </a:prstGeom>
          <a:solidFill>
            <a:srgbClr val="003976"/>
          </a:solidFill>
          <a:ln/>
        </p:spPr>
        <p:txBody>
          <a:bodyPr wrap="square" lIns="0" tIns="0" rIns="0" bIns="0" rtlCol="0" anchor="ctr"/>
          <a:lstStyle/>
          <a:p>
            <a:pPr algn="ctr" indent="0" marL="0">
              <a:buNone/>
            </a:pPr>
            <a:r>
              <a:rPr lang="en-US" sz="1600" b="1" dirty="0">
                <a:solidFill>
                  <a:srgbClr val="EFAB00"/>
                </a:solidFill>
                <a:latin typeface="Roboto Slab" pitchFamily="34" charset="0"/>
                <a:ea typeface="Roboto Slab" pitchFamily="34" charset="-122"/>
                <a:cs typeface="Roboto Slab" pitchFamily="34" charset="-120"/>
              </a:rPr>
              <a:t>01</a:t>
            </a:r>
            <a:endParaRPr lang="en-US" sz="1600" dirty="0"/>
          </a:p>
        </p:txBody>
      </p:sp>
      <p:sp>
        <p:nvSpPr>
          <p:cNvPr id="8" name="Date 1"/>
          <p:cNvSpPr>
            <a:spLocks noGrp="1"/>
          </p:cNvSpPr>
          <p:nvPr>
            <p:ph idx="106" type="body" hasCustomPrompt="1"/>
          </p:nvPr>
        </p:nvSpPr>
        <p:spPr>
          <a:xfrm>
            <a:off x="502920" y="1755648"/>
            <a:ext cx="1554480" cy="274320"/>
          </a:xfrm>
          <a:prstGeom prst="rect">
            <a:avLst/>
          </a:prstGeom>
          <a:noFill/>
          <a:ln/>
        </p:spPr>
        <p:txBody>
          <a:bodyPr wrap="square" rtlCol="0" lIns="0" tIns="0" rIns="0" bIns="0" anchor="ctr"/>
          <a:lstStyle>
            <a:lvl1pPr algn="ctr" indent="0" marL="0">
              <a:lnSpc>
                <a:spcPts val="1800"/>
              </a:lnSpc>
              <a:spcBef>
                <a:spcPts val="0"/>
              </a:spcBef>
              <a:spcAft>
                <a:spcPts val="0"/>
              </a:spcAft>
              <a:buNone/>
              <a:defRPr lang="en-US" sz="1400" dirty="0">
                <a:solidFill>
                  <a:srgbClr val="4A5868"/>
                </a:solidFill>
                <a:latin typeface="Source Code Pro" pitchFamily="34" charset="0"/>
                <a:ea typeface="Source Code Pro" pitchFamily="34" charset="-122"/>
                <a:cs typeface="Source Code Pro" pitchFamily="34" charset="-120"/>
              </a:defRPr>
            </a:lvl1pPr>
          </a:lstStyle>
          <a:p>
            <a:pPr algn="ctr" indent="0" marL="0">
              <a:lnSpc>
                <a:spcPts val="1800"/>
              </a:lnSpc>
              <a:buNone/>
            </a:pPr>
            <a:r>
              <a:rPr lang="en-US" sz="1400" dirty="0">
                <a:solidFill>
                  <a:srgbClr val="4A5868"/>
                </a:solidFill>
                <a:latin typeface="Source Code Pro" pitchFamily="34" charset="0"/>
                <a:ea typeface="Source Code Pro" pitchFamily="34" charset="-122"/>
                <a:cs typeface="Source Code Pro" pitchFamily="34" charset="-120"/>
              </a:rPr>
              <a:t>YYYY-MM</a:t>
            </a:r>
            <a:endParaRPr lang="en-US" sz="1400" dirty="0"/>
          </a:p>
        </p:txBody>
      </p:sp>
      <p:sp>
        <p:nvSpPr>
          <p:cNvPr id="9" name="Step 1"/>
          <p:cNvSpPr>
            <a:spLocks noGrp="1"/>
          </p:cNvSpPr>
          <p:nvPr>
            <p:ph idx="107" type="body" hasCustomPrompt="1"/>
          </p:nvPr>
        </p:nvSpPr>
        <p:spPr>
          <a:xfrm>
            <a:off x="502920" y="2743200"/>
            <a:ext cx="1554480" cy="1280160"/>
          </a:xfrm>
          <a:prstGeom prst="rect">
            <a:avLst/>
          </a:prstGeom>
          <a:noFill/>
          <a:ln/>
        </p:spPr>
        <p:txBody>
          <a:bodyPr wrap="square" rtlCol="0" lIns="0" tIns="0" rIns="0" bIns="0" anchor="t">
            <a:normAutofit/>
          </a:bodyPr>
          <a:lstStyle>
            <a:lvl1pPr algn="ctr" indent="0" marL="0">
              <a:lnSpc>
                <a:spcPct val="92000"/>
              </a:lnSpc>
              <a:spcBef>
                <a:spcPts val="0"/>
              </a:spcBef>
              <a:spcAft>
                <a:spcPts val="0"/>
              </a:spcAft>
              <a:buNone/>
              <a:defRPr lang="en-US" sz="1800" b="1" dirty="0">
                <a:solidFill>
                  <a:srgbClr val="003976"/>
                </a:solidFill>
                <a:latin typeface="Source Sans 3" pitchFamily="34" charset="0"/>
                <a:ea typeface="Source Sans 3" pitchFamily="34" charset="-122"/>
                <a:cs typeface="Source Sans 3" pitchFamily="34" charset="-120"/>
              </a:defRPr>
            </a:lvl1pPr>
            <a:lvl2pPr algn="ctr" indent="0" marL="0">
              <a:lnSpc>
                <a:spcPct val="94000"/>
              </a:lnSpc>
              <a:spcBef>
                <a:spcPts val="0"/>
              </a:spcBef>
              <a:spcAft>
                <a:spcPts val="0"/>
              </a:spcAft>
              <a:buNone/>
              <a:defRPr lang="en-US" sz="1600" dirty="0">
                <a:solidFill>
                  <a:srgbClr val="4A5868"/>
                </a:solidFill>
                <a:latin typeface="Source Sans 3" pitchFamily="34" charset="0"/>
                <a:ea typeface="Source Sans 3" pitchFamily="34" charset="-122"/>
                <a:cs typeface="Source Sans 3" pitchFamily="34" charset="-120"/>
              </a:defRPr>
            </a:lvl2pPr>
            <a:lvl3pPr algn="ctr" indent="0" marL="0">
              <a:lnSpc>
                <a:spcPct val="94000"/>
              </a:lnSpc>
              <a:spcBef>
                <a:spcPts val="0"/>
              </a:spcBef>
              <a:spcAft>
                <a:spcPts val="0"/>
              </a:spcAft>
              <a:buNone/>
              <a:defRPr lang="en-US" sz="1600" dirty="0">
                <a:solidFill>
                  <a:srgbClr val="4A5868"/>
                </a:solidFill>
                <a:latin typeface="Source Sans 3" pitchFamily="34" charset="0"/>
                <a:ea typeface="Source Sans 3" pitchFamily="34" charset="-122"/>
                <a:cs typeface="Source Sans 3" pitchFamily="34" charset="-120"/>
              </a:defRPr>
            </a:lvl3pPr>
            <a:lvl4pPr algn="ctr" indent="0" marL="0">
              <a:lnSpc>
                <a:spcPct val="94000"/>
              </a:lnSpc>
              <a:spcBef>
                <a:spcPts val="0"/>
              </a:spcBef>
              <a:spcAft>
                <a:spcPts val="0"/>
              </a:spcAft>
              <a:buNone/>
              <a:defRPr lang="en-US" sz="1600" dirty="0">
                <a:solidFill>
                  <a:srgbClr val="4A5868"/>
                </a:solidFill>
                <a:latin typeface="Source Sans 3" pitchFamily="34" charset="0"/>
                <a:ea typeface="Source Sans 3" pitchFamily="34" charset="-122"/>
                <a:cs typeface="Source Sans 3" pitchFamily="34" charset="-120"/>
              </a:defRPr>
            </a:lvl4pPr>
            <a:lvl5pPr algn="ctr" indent="0" marL="0">
              <a:lnSpc>
                <a:spcPct val="94000"/>
              </a:lnSpc>
              <a:spcBef>
                <a:spcPts val="0"/>
              </a:spcBef>
              <a:spcAft>
                <a:spcPts val="0"/>
              </a:spcAft>
              <a:buNone/>
              <a:defRPr lang="en-US" sz="1600" dirty="0">
                <a:solidFill>
                  <a:srgbClr val="4A5868"/>
                </a:solidFill>
                <a:latin typeface="Source Sans 3" pitchFamily="34" charset="0"/>
                <a:ea typeface="Source Sans 3" pitchFamily="34" charset="-122"/>
                <a:cs typeface="Source Sans 3" pitchFamily="34" charset="-120"/>
              </a:defRPr>
            </a:lvl5pPr>
          </a:lstStyle>
          <a:p>
            <a:pPr algn="ctr" indent="0" marL="0">
              <a:lnSpc>
                <a:spcPct val="92000"/>
              </a:lnSpc>
              <a:buNone/>
            </a:pPr>
            <a:r>
              <a:rPr lang="en-US" sz="1800" b="1" dirty="0">
                <a:solidFill>
                  <a:srgbClr val="003976"/>
                </a:solidFill>
                <a:latin typeface="Source Sans 3" pitchFamily="34" charset="0"/>
                <a:ea typeface="Source Sans 3" pitchFamily="34" charset="-122"/>
                <a:cs typeface="Source Sans 3" pitchFamily="34" charset="-120"/>
              </a:rPr>
              <a:t>Milestone</a:t>
            </a:r>
            <a:endParaRPr lang="en-US" sz="1800" dirty="0"/>
          </a:p>
        </p:txBody>
      </p:sp>
      <p:sp>
        <p:nvSpPr>
          <p:cNvPr id="10" name="Text 3"/>
          <p:cNvSpPr/>
          <p:nvPr/>
        </p:nvSpPr>
        <p:spPr>
          <a:xfrm>
            <a:off x="2715768" y="2167128"/>
            <a:ext cx="420624" cy="420624"/>
          </a:xfrm>
          <a:prstGeom prst="rect">
            <a:avLst/>
          </a:prstGeom>
          <a:solidFill>
            <a:srgbClr val="003976"/>
          </a:solidFill>
          <a:ln/>
        </p:spPr>
        <p:txBody>
          <a:bodyPr wrap="square" lIns="0" tIns="0" rIns="0" bIns="0" rtlCol="0" anchor="ctr"/>
          <a:lstStyle/>
          <a:p>
            <a:pPr algn="ctr" indent="0" marL="0">
              <a:buNone/>
            </a:pPr>
            <a:r>
              <a:rPr lang="en-US" sz="1600" b="1" dirty="0">
                <a:solidFill>
                  <a:srgbClr val="EFAB00"/>
                </a:solidFill>
                <a:latin typeface="Roboto Slab" pitchFamily="34" charset="0"/>
                <a:ea typeface="Roboto Slab" pitchFamily="34" charset="-122"/>
                <a:cs typeface="Roboto Slab" pitchFamily="34" charset="-120"/>
              </a:rPr>
              <a:t>02</a:t>
            </a:r>
            <a:endParaRPr lang="en-US" sz="1600" dirty="0"/>
          </a:p>
        </p:txBody>
      </p:sp>
      <p:sp>
        <p:nvSpPr>
          <p:cNvPr id="11" name="Date 2"/>
          <p:cNvSpPr>
            <a:spLocks noGrp="1"/>
          </p:cNvSpPr>
          <p:nvPr>
            <p:ph idx="109" type="body" hasCustomPrompt="1"/>
          </p:nvPr>
        </p:nvSpPr>
        <p:spPr>
          <a:xfrm>
            <a:off x="2148840" y="1755648"/>
            <a:ext cx="1554480" cy="274320"/>
          </a:xfrm>
          <a:prstGeom prst="rect">
            <a:avLst/>
          </a:prstGeom>
          <a:noFill/>
          <a:ln/>
        </p:spPr>
        <p:txBody>
          <a:bodyPr wrap="square" rtlCol="0" lIns="0" tIns="0" rIns="0" bIns="0" anchor="ctr"/>
          <a:lstStyle>
            <a:lvl1pPr algn="ctr" indent="0" marL="0">
              <a:lnSpc>
                <a:spcPts val="1800"/>
              </a:lnSpc>
              <a:spcBef>
                <a:spcPts val="0"/>
              </a:spcBef>
              <a:spcAft>
                <a:spcPts val="0"/>
              </a:spcAft>
              <a:buNone/>
              <a:defRPr lang="en-US" sz="1400" dirty="0">
                <a:solidFill>
                  <a:srgbClr val="4A5868"/>
                </a:solidFill>
                <a:latin typeface="Source Code Pro" pitchFamily="34" charset="0"/>
                <a:ea typeface="Source Code Pro" pitchFamily="34" charset="-122"/>
                <a:cs typeface="Source Code Pro" pitchFamily="34" charset="-120"/>
              </a:defRPr>
            </a:lvl1pPr>
          </a:lstStyle>
          <a:p>
            <a:pPr algn="ctr" indent="0" marL="0">
              <a:lnSpc>
                <a:spcPts val="1800"/>
              </a:lnSpc>
              <a:buNone/>
            </a:pPr>
            <a:r>
              <a:rPr lang="en-US" sz="1400" dirty="0">
                <a:solidFill>
                  <a:srgbClr val="4A5868"/>
                </a:solidFill>
                <a:latin typeface="Source Code Pro" pitchFamily="34" charset="0"/>
                <a:ea typeface="Source Code Pro" pitchFamily="34" charset="-122"/>
                <a:cs typeface="Source Code Pro" pitchFamily="34" charset="-120"/>
              </a:rPr>
              <a:t>YYYY-MM</a:t>
            </a:r>
            <a:endParaRPr lang="en-US" sz="1400" dirty="0"/>
          </a:p>
        </p:txBody>
      </p:sp>
      <p:sp>
        <p:nvSpPr>
          <p:cNvPr id="12" name="Step 2"/>
          <p:cNvSpPr>
            <a:spLocks noGrp="1"/>
          </p:cNvSpPr>
          <p:nvPr>
            <p:ph idx="110" type="body" hasCustomPrompt="1"/>
          </p:nvPr>
        </p:nvSpPr>
        <p:spPr>
          <a:xfrm>
            <a:off x="2148840" y="2743200"/>
            <a:ext cx="1554480" cy="1280160"/>
          </a:xfrm>
          <a:prstGeom prst="rect">
            <a:avLst/>
          </a:prstGeom>
          <a:noFill/>
          <a:ln/>
        </p:spPr>
        <p:txBody>
          <a:bodyPr wrap="square" rtlCol="0" lIns="0" tIns="0" rIns="0" bIns="0" anchor="t">
            <a:normAutofit/>
          </a:bodyPr>
          <a:lstStyle>
            <a:lvl1pPr algn="ctr" indent="0" marL="0">
              <a:lnSpc>
                <a:spcPct val="92000"/>
              </a:lnSpc>
              <a:spcBef>
                <a:spcPts val="0"/>
              </a:spcBef>
              <a:spcAft>
                <a:spcPts val="0"/>
              </a:spcAft>
              <a:buNone/>
              <a:defRPr lang="en-US" sz="1800" b="1" dirty="0">
                <a:solidFill>
                  <a:srgbClr val="003976"/>
                </a:solidFill>
                <a:latin typeface="Source Sans 3" pitchFamily="34" charset="0"/>
                <a:ea typeface="Source Sans 3" pitchFamily="34" charset="-122"/>
                <a:cs typeface="Source Sans 3" pitchFamily="34" charset="-120"/>
              </a:defRPr>
            </a:lvl1pPr>
            <a:lvl2pPr algn="ctr" indent="0" marL="0">
              <a:lnSpc>
                <a:spcPct val="94000"/>
              </a:lnSpc>
              <a:spcBef>
                <a:spcPts val="0"/>
              </a:spcBef>
              <a:spcAft>
                <a:spcPts val="0"/>
              </a:spcAft>
              <a:buNone/>
              <a:defRPr lang="en-US" sz="1600" dirty="0">
                <a:solidFill>
                  <a:srgbClr val="4A5868"/>
                </a:solidFill>
                <a:latin typeface="Source Sans 3" pitchFamily="34" charset="0"/>
                <a:ea typeface="Source Sans 3" pitchFamily="34" charset="-122"/>
                <a:cs typeface="Source Sans 3" pitchFamily="34" charset="-120"/>
              </a:defRPr>
            </a:lvl2pPr>
            <a:lvl3pPr algn="ctr" indent="0" marL="0">
              <a:lnSpc>
                <a:spcPct val="94000"/>
              </a:lnSpc>
              <a:spcBef>
                <a:spcPts val="0"/>
              </a:spcBef>
              <a:spcAft>
                <a:spcPts val="0"/>
              </a:spcAft>
              <a:buNone/>
              <a:defRPr lang="en-US" sz="1600" dirty="0">
                <a:solidFill>
                  <a:srgbClr val="4A5868"/>
                </a:solidFill>
                <a:latin typeface="Source Sans 3" pitchFamily="34" charset="0"/>
                <a:ea typeface="Source Sans 3" pitchFamily="34" charset="-122"/>
                <a:cs typeface="Source Sans 3" pitchFamily="34" charset="-120"/>
              </a:defRPr>
            </a:lvl3pPr>
            <a:lvl4pPr algn="ctr" indent="0" marL="0">
              <a:lnSpc>
                <a:spcPct val="94000"/>
              </a:lnSpc>
              <a:spcBef>
                <a:spcPts val="0"/>
              </a:spcBef>
              <a:spcAft>
                <a:spcPts val="0"/>
              </a:spcAft>
              <a:buNone/>
              <a:defRPr lang="en-US" sz="1600" dirty="0">
                <a:solidFill>
                  <a:srgbClr val="4A5868"/>
                </a:solidFill>
                <a:latin typeface="Source Sans 3" pitchFamily="34" charset="0"/>
                <a:ea typeface="Source Sans 3" pitchFamily="34" charset="-122"/>
                <a:cs typeface="Source Sans 3" pitchFamily="34" charset="-120"/>
              </a:defRPr>
            </a:lvl4pPr>
            <a:lvl5pPr algn="ctr" indent="0" marL="0">
              <a:lnSpc>
                <a:spcPct val="94000"/>
              </a:lnSpc>
              <a:spcBef>
                <a:spcPts val="0"/>
              </a:spcBef>
              <a:spcAft>
                <a:spcPts val="0"/>
              </a:spcAft>
              <a:buNone/>
              <a:defRPr lang="en-US" sz="1600" dirty="0">
                <a:solidFill>
                  <a:srgbClr val="4A5868"/>
                </a:solidFill>
                <a:latin typeface="Source Sans 3" pitchFamily="34" charset="0"/>
                <a:ea typeface="Source Sans 3" pitchFamily="34" charset="-122"/>
                <a:cs typeface="Source Sans 3" pitchFamily="34" charset="-120"/>
              </a:defRPr>
            </a:lvl5pPr>
          </a:lstStyle>
          <a:p>
            <a:pPr algn="ctr" indent="0" marL="0">
              <a:lnSpc>
                <a:spcPct val="92000"/>
              </a:lnSpc>
              <a:buNone/>
            </a:pPr>
            <a:r>
              <a:rPr lang="en-US" sz="1800" b="1" dirty="0">
                <a:solidFill>
                  <a:srgbClr val="003976"/>
                </a:solidFill>
                <a:latin typeface="Source Sans 3" pitchFamily="34" charset="0"/>
                <a:ea typeface="Source Sans 3" pitchFamily="34" charset="-122"/>
                <a:cs typeface="Source Sans 3" pitchFamily="34" charset="-120"/>
              </a:rPr>
              <a:t>Milestone</a:t>
            </a:r>
            <a:endParaRPr lang="en-US" sz="1800" dirty="0"/>
          </a:p>
        </p:txBody>
      </p:sp>
      <p:sp>
        <p:nvSpPr>
          <p:cNvPr id="13" name="Text 4"/>
          <p:cNvSpPr/>
          <p:nvPr/>
        </p:nvSpPr>
        <p:spPr>
          <a:xfrm>
            <a:off x="4361688" y="2167128"/>
            <a:ext cx="420624" cy="420624"/>
          </a:xfrm>
          <a:prstGeom prst="rect">
            <a:avLst/>
          </a:prstGeom>
          <a:solidFill>
            <a:srgbClr val="003976"/>
          </a:solidFill>
          <a:ln/>
        </p:spPr>
        <p:txBody>
          <a:bodyPr wrap="square" lIns="0" tIns="0" rIns="0" bIns="0" rtlCol="0" anchor="ctr"/>
          <a:lstStyle/>
          <a:p>
            <a:pPr algn="ctr" indent="0" marL="0">
              <a:buNone/>
            </a:pPr>
            <a:r>
              <a:rPr lang="en-US" sz="1600" b="1" dirty="0">
                <a:solidFill>
                  <a:srgbClr val="EFAB00"/>
                </a:solidFill>
                <a:latin typeface="Roboto Slab" pitchFamily="34" charset="0"/>
                <a:ea typeface="Roboto Slab" pitchFamily="34" charset="-122"/>
                <a:cs typeface="Roboto Slab" pitchFamily="34" charset="-120"/>
              </a:rPr>
              <a:t>03</a:t>
            </a:r>
            <a:endParaRPr lang="en-US" sz="1600" dirty="0"/>
          </a:p>
        </p:txBody>
      </p:sp>
      <p:sp>
        <p:nvSpPr>
          <p:cNvPr id="14" name="Date 3"/>
          <p:cNvSpPr>
            <a:spLocks noGrp="1"/>
          </p:cNvSpPr>
          <p:nvPr>
            <p:ph idx="112" type="body" hasCustomPrompt="1"/>
          </p:nvPr>
        </p:nvSpPr>
        <p:spPr>
          <a:xfrm>
            <a:off x="3794760" y="1755648"/>
            <a:ext cx="1554480" cy="274320"/>
          </a:xfrm>
          <a:prstGeom prst="rect">
            <a:avLst/>
          </a:prstGeom>
          <a:noFill/>
          <a:ln/>
        </p:spPr>
        <p:txBody>
          <a:bodyPr wrap="square" rtlCol="0" lIns="0" tIns="0" rIns="0" bIns="0" anchor="ctr"/>
          <a:lstStyle>
            <a:lvl1pPr algn="ctr" indent="0" marL="0">
              <a:lnSpc>
                <a:spcPts val="1800"/>
              </a:lnSpc>
              <a:spcBef>
                <a:spcPts val="0"/>
              </a:spcBef>
              <a:spcAft>
                <a:spcPts val="0"/>
              </a:spcAft>
              <a:buNone/>
              <a:defRPr lang="en-US" sz="1400" dirty="0">
                <a:solidFill>
                  <a:srgbClr val="4A5868"/>
                </a:solidFill>
                <a:latin typeface="Source Code Pro" pitchFamily="34" charset="0"/>
                <a:ea typeface="Source Code Pro" pitchFamily="34" charset="-122"/>
                <a:cs typeface="Source Code Pro" pitchFamily="34" charset="-120"/>
              </a:defRPr>
            </a:lvl1pPr>
          </a:lstStyle>
          <a:p>
            <a:pPr algn="ctr" indent="0" marL="0">
              <a:lnSpc>
                <a:spcPts val="1800"/>
              </a:lnSpc>
              <a:buNone/>
            </a:pPr>
            <a:r>
              <a:rPr lang="en-US" sz="1400" dirty="0">
                <a:solidFill>
                  <a:srgbClr val="4A5868"/>
                </a:solidFill>
                <a:latin typeface="Source Code Pro" pitchFamily="34" charset="0"/>
                <a:ea typeface="Source Code Pro" pitchFamily="34" charset="-122"/>
                <a:cs typeface="Source Code Pro" pitchFamily="34" charset="-120"/>
              </a:rPr>
              <a:t>YYYY-MM</a:t>
            </a:r>
            <a:endParaRPr lang="en-US" sz="1400" dirty="0"/>
          </a:p>
        </p:txBody>
      </p:sp>
      <p:sp>
        <p:nvSpPr>
          <p:cNvPr id="15" name="Step 3"/>
          <p:cNvSpPr>
            <a:spLocks noGrp="1"/>
          </p:cNvSpPr>
          <p:nvPr>
            <p:ph idx="113" type="body" hasCustomPrompt="1"/>
          </p:nvPr>
        </p:nvSpPr>
        <p:spPr>
          <a:xfrm>
            <a:off x="3794760" y="2743200"/>
            <a:ext cx="1554480" cy="1280160"/>
          </a:xfrm>
          <a:prstGeom prst="rect">
            <a:avLst/>
          </a:prstGeom>
          <a:noFill/>
          <a:ln/>
        </p:spPr>
        <p:txBody>
          <a:bodyPr wrap="square" rtlCol="0" lIns="0" tIns="0" rIns="0" bIns="0" anchor="t">
            <a:normAutofit/>
          </a:bodyPr>
          <a:lstStyle>
            <a:lvl1pPr algn="ctr" indent="0" marL="0">
              <a:lnSpc>
                <a:spcPct val="92000"/>
              </a:lnSpc>
              <a:spcBef>
                <a:spcPts val="0"/>
              </a:spcBef>
              <a:spcAft>
                <a:spcPts val="0"/>
              </a:spcAft>
              <a:buNone/>
              <a:defRPr lang="en-US" sz="1800" b="1" dirty="0">
                <a:solidFill>
                  <a:srgbClr val="003976"/>
                </a:solidFill>
                <a:latin typeface="Source Sans 3" pitchFamily="34" charset="0"/>
                <a:ea typeface="Source Sans 3" pitchFamily="34" charset="-122"/>
                <a:cs typeface="Source Sans 3" pitchFamily="34" charset="-120"/>
              </a:defRPr>
            </a:lvl1pPr>
            <a:lvl2pPr algn="ctr" indent="0" marL="0">
              <a:lnSpc>
                <a:spcPct val="94000"/>
              </a:lnSpc>
              <a:spcBef>
                <a:spcPts val="0"/>
              </a:spcBef>
              <a:spcAft>
                <a:spcPts val="0"/>
              </a:spcAft>
              <a:buNone/>
              <a:defRPr lang="en-US" sz="1600" dirty="0">
                <a:solidFill>
                  <a:srgbClr val="4A5868"/>
                </a:solidFill>
                <a:latin typeface="Source Sans 3" pitchFamily="34" charset="0"/>
                <a:ea typeface="Source Sans 3" pitchFamily="34" charset="-122"/>
                <a:cs typeface="Source Sans 3" pitchFamily="34" charset="-120"/>
              </a:defRPr>
            </a:lvl2pPr>
            <a:lvl3pPr algn="ctr" indent="0" marL="0">
              <a:lnSpc>
                <a:spcPct val="94000"/>
              </a:lnSpc>
              <a:spcBef>
                <a:spcPts val="0"/>
              </a:spcBef>
              <a:spcAft>
                <a:spcPts val="0"/>
              </a:spcAft>
              <a:buNone/>
              <a:defRPr lang="en-US" sz="1600" dirty="0">
                <a:solidFill>
                  <a:srgbClr val="4A5868"/>
                </a:solidFill>
                <a:latin typeface="Source Sans 3" pitchFamily="34" charset="0"/>
                <a:ea typeface="Source Sans 3" pitchFamily="34" charset="-122"/>
                <a:cs typeface="Source Sans 3" pitchFamily="34" charset="-120"/>
              </a:defRPr>
            </a:lvl3pPr>
            <a:lvl4pPr algn="ctr" indent="0" marL="0">
              <a:lnSpc>
                <a:spcPct val="94000"/>
              </a:lnSpc>
              <a:spcBef>
                <a:spcPts val="0"/>
              </a:spcBef>
              <a:spcAft>
                <a:spcPts val="0"/>
              </a:spcAft>
              <a:buNone/>
              <a:defRPr lang="en-US" sz="1600" dirty="0">
                <a:solidFill>
                  <a:srgbClr val="4A5868"/>
                </a:solidFill>
                <a:latin typeface="Source Sans 3" pitchFamily="34" charset="0"/>
                <a:ea typeface="Source Sans 3" pitchFamily="34" charset="-122"/>
                <a:cs typeface="Source Sans 3" pitchFamily="34" charset="-120"/>
              </a:defRPr>
            </a:lvl4pPr>
            <a:lvl5pPr algn="ctr" indent="0" marL="0">
              <a:lnSpc>
                <a:spcPct val="94000"/>
              </a:lnSpc>
              <a:spcBef>
                <a:spcPts val="0"/>
              </a:spcBef>
              <a:spcAft>
                <a:spcPts val="0"/>
              </a:spcAft>
              <a:buNone/>
              <a:defRPr lang="en-US" sz="1600" dirty="0">
                <a:solidFill>
                  <a:srgbClr val="4A5868"/>
                </a:solidFill>
                <a:latin typeface="Source Sans 3" pitchFamily="34" charset="0"/>
                <a:ea typeface="Source Sans 3" pitchFamily="34" charset="-122"/>
                <a:cs typeface="Source Sans 3" pitchFamily="34" charset="-120"/>
              </a:defRPr>
            </a:lvl5pPr>
          </a:lstStyle>
          <a:p>
            <a:pPr algn="ctr" indent="0" marL="0">
              <a:lnSpc>
                <a:spcPct val="92000"/>
              </a:lnSpc>
              <a:buNone/>
            </a:pPr>
            <a:r>
              <a:rPr lang="en-US" sz="1800" b="1" dirty="0">
                <a:solidFill>
                  <a:srgbClr val="003976"/>
                </a:solidFill>
                <a:latin typeface="Source Sans 3" pitchFamily="34" charset="0"/>
                <a:ea typeface="Source Sans 3" pitchFamily="34" charset="-122"/>
                <a:cs typeface="Source Sans 3" pitchFamily="34" charset="-120"/>
              </a:rPr>
              <a:t>Milestone</a:t>
            </a:r>
            <a:endParaRPr lang="en-US" sz="1800" dirty="0"/>
          </a:p>
        </p:txBody>
      </p:sp>
      <p:sp>
        <p:nvSpPr>
          <p:cNvPr id="16" name="Text 5"/>
          <p:cNvSpPr/>
          <p:nvPr/>
        </p:nvSpPr>
        <p:spPr>
          <a:xfrm>
            <a:off x="6007608" y="2167128"/>
            <a:ext cx="420624" cy="420624"/>
          </a:xfrm>
          <a:prstGeom prst="rect">
            <a:avLst/>
          </a:prstGeom>
          <a:solidFill>
            <a:srgbClr val="003976"/>
          </a:solidFill>
          <a:ln/>
        </p:spPr>
        <p:txBody>
          <a:bodyPr wrap="square" lIns="0" tIns="0" rIns="0" bIns="0" rtlCol="0" anchor="ctr"/>
          <a:lstStyle/>
          <a:p>
            <a:pPr algn="ctr" indent="0" marL="0">
              <a:buNone/>
            </a:pPr>
            <a:r>
              <a:rPr lang="en-US" sz="1600" b="1" dirty="0">
                <a:solidFill>
                  <a:srgbClr val="EFAB00"/>
                </a:solidFill>
                <a:latin typeface="Roboto Slab" pitchFamily="34" charset="0"/>
                <a:ea typeface="Roboto Slab" pitchFamily="34" charset="-122"/>
                <a:cs typeface="Roboto Slab" pitchFamily="34" charset="-120"/>
              </a:rPr>
              <a:t>04</a:t>
            </a:r>
            <a:endParaRPr lang="en-US" sz="1600" dirty="0"/>
          </a:p>
        </p:txBody>
      </p:sp>
      <p:sp>
        <p:nvSpPr>
          <p:cNvPr id="17" name="Date 4"/>
          <p:cNvSpPr>
            <a:spLocks noGrp="1"/>
          </p:cNvSpPr>
          <p:nvPr>
            <p:ph idx="115" type="body" hasCustomPrompt="1"/>
          </p:nvPr>
        </p:nvSpPr>
        <p:spPr>
          <a:xfrm>
            <a:off x="5440680" y="1755648"/>
            <a:ext cx="1554480" cy="274320"/>
          </a:xfrm>
          <a:prstGeom prst="rect">
            <a:avLst/>
          </a:prstGeom>
          <a:noFill/>
          <a:ln/>
        </p:spPr>
        <p:txBody>
          <a:bodyPr wrap="square" rtlCol="0" lIns="0" tIns="0" rIns="0" bIns="0" anchor="ctr"/>
          <a:lstStyle>
            <a:lvl1pPr algn="ctr" indent="0" marL="0">
              <a:lnSpc>
                <a:spcPts val="1800"/>
              </a:lnSpc>
              <a:spcBef>
                <a:spcPts val="0"/>
              </a:spcBef>
              <a:spcAft>
                <a:spcPts val="0"/>
              </a:spcAft>
              <a:buNone/>
              <a:defRPr lang="en-US" sz="1400" dirty="0">
                <a:solidFill>
                  <a:srgbClr val="4A5868"/>
                </a:solidFill>
                <a:latin typeface="Source Code Pro" pitchFamily="34" charset="0"/>
                <a:ea typeface="Source Code Pro" pitchFamily="34" charset="-122"/>
                <a:cs typeface="Source Code Pro" pitchFamily="34" charset="-120"/>
              </a:defRPr>
            </a:lvl1pPr>
          </a:lstStyle>
          <a:p>
            <a:pPr algn="ctr" indent="0" marL="0">
              <a:lnSpc>
                <a:spcPts val="1800"/>
              </a:lnSpc>
              <a:buNone/>
            </a:pPr>
            <a:r>
              <a:rPr lang="en-US" sz="1400" dirty="0">
                <a:solidFill>
                  <a:srgbClr val="4A5868"/>
                </a:solidFill>
                <a:latin typeface="Source Code Pro" pitchFamily="34" charset="0"/>
                <a:ea typeface="Source Code Pro" pitchFamily="34" charset="-122"/>
                <a:cs typeface="Source Code Pro" pitchFamily="34" charset="-120"/>
              </a:rPr>
              <a:t>YYYY-MM</a:t>
            </a:r>
            <a:endParaRPr lang="en-US" sz="1400" dirty="0"/>
          </a:p>
        </p:txBody>
      </p:sp>
      <p:sp>
        <p:nvSpPr>
          <p:cNvPr id="18" name="Step 4"/>
          <p:cNvSpPr>
            <a:spLocks noGrp="1"/>
          </p:cNvSpPr>
          <p:nvPr>
            <p:ph idx="116" type="body" hasCustomPrompt="1"/>
          </p:nvPr>
        </p:nvSpPr>
        <p:spPr>
          <a:xfrm>
            <a:off x="5440680" y="2743200"/>
            <a:ext cx="1554480" cy="1280160"/>
          </a:xfrm>
          <a:prstGeom prst="rect">
            <a:avLst/>
          </a:prstGeom>
          <a:noFill/>
          <a:ln/>
        </p:spPr>
        <p:txBody>
          <a:bodyPr wrap="square" rtlCol="0" lIns="0" tIns="0" rIns="0" bIns="0" anchor="t">
            <a:normAutofit/>
          </a:bodyPr>
          <a:lstStyle>
            <a:lvl1pPr algn="ctr" indent="0" marL="0">
              <a:lnSpc>
                <a:spcPct val="92000"/>
              </a:lnSpc>
              <a:spcBef>
                <a:spcPts val="0"/>
              </a:spcBef>
              <a:spcAft>
                <a:spcPts val="0"/>
              </a:spcAft>
              <a:buNone/>
              <a:defRPr lang="en-US" sz="1800" b="1" dirty="0">
                <a:solidFill>
                  <a:srgbClr val="003976"/>
                </a:solidFill>
                <a:latin typeface="Source Sans 3" pitchFamily="34" charset="0"/>
                <a:ea typeface="Source Sans 3" pitchFamily="34" charset="-122"/>
                <a:cs typeface="Source Sans 3" pitchFamily="34" charset="-120"/>
              </a:defRPr>
            </a:lvl1pPr>
            <a:lvl2pPr algn="ctr" indent="0" marL="0">
              <a:lnSpc>
                <a:spcPct val="94000"/>
              </a:lnSpc>
              <a:spcBef>
                <a:spcPts val="0"/>
              </a:spcBef>
              <a:spcAft>
                <a:spcPts val="0"/>
              </a:spcAft>
              <a:buNone/>
              <a:defRPr lang="en-US" sz="1600" dirty="0">
                <a:solidFill>
                  <a:srgbClr val="4A5868"/>
                </a:solidFill>
                <a:latin typeface="Source Sans 3" pitchFamily="34" charset="0"/>
                <a:ea typeface="Source Sans 3" pitchFamily="34" charset="-122"/>
                <a:cs typeface="Source Sans 3" pitchFamily="34" charset="-120"/>
              </a:defRPr>
            </a:lvl2pPr>
            <a:lvl3pPr algn="ctr" indent="0" marL="0">
              <a:lnSpc>
                <a:spcPct val="94000"/>
              </a:lnSpc>
              <a:spcBef>
                <a:spcPts val="0"/>
              </a:spcBef>
              <a:spcAft>
                <a:spcPts val="0"/>
              </a:spcAft>
              <a:buNone/>
              <a:defRPr lang="en-US" sz="1600" dirty="0">
                <a:solidFill>
                  <a:srgbClr val="4A5868"/>
                </a:solidFill>
                <a:latin typeface="Source Sans 3" pitchFamily="34" charset="0"/>
                <a:ea typeface="Source Sans 3" pitchFamily="34" charset="-122"/>
                <a:cs typeface="Source Sans 3" pitchFamily="34" charset="-120"/>
              </a:defRPr>
            </a:lvl3pPr>
            <a:lvl4pPr algn="ctr" indent="0" marL="0">
              <a:lnSpc>
                <a:spcPct val="94000"/>
              </a:lnSpc>
              <a:spcBef>
                <a:spcPts val="0"/>
              </a:spcBef>
              <a:spcAft>
                <a:spcPts val="0"/>
              </a:spcAft>
              <a:buNone/>
              <a:defRPr lang="en-US" sz="1600" dirty="0">
                <a:solidFill>
                  <a:srgbClr val="4A5868"/>
                </a:solidFill>
                <a:latin typeface="Source Sans 3" pitchFamily="34" charset="0"/>
                <a:ea typeface="Source Sans 3" pitchFamily="34" charset="-122"/>
                <a:cs typeface="Source Sans 3" pitchFamily="34" charset="-120"/>
              </a:defRPr>
            </a:lvl4pPr>
            <a:lvl5pPr algn="ctr" indent="0" marL="0">
              <a:lnSpc>
                <a:spcPct val="94000"/>
              </a:lnSpc>
              <a:spcBef>
                <a:spcPts val="0"/>
              </a:spcBef>
              <a:spcAft>
                <a:spcPts val="0"/>
              </a:spcAft>
              <a:buNone/>
              <a:defRPr lang="en-US" sz="1600" dirty="0">
                <a:solidFill>
                  <a:srgbClr val="4A5868"/>
                </a:solidFill>
                <a:latin typeface="Source Sans 3" pitchFamily="34" charset="0"/>
                <a:ea typeface="Source Sans 3" pitchFamily="34" charset="-122"/>
                <a:cs typeface="Source Sans 3" pitchFamily="34" charset="-120"/>
              </a:defRPr>
            </a:lvl5pPr>
          </a:lstStyle>
          <a:p>
            <a:pPr algn="ctr" indent="0" marL="0">
              <a:lnSpc>
                <a:spcPct val="92000"/>
              </a:lnSpc>
              <a:buNone/>
            </a:pPr>
            <a:r>
              <a:rPr lang="en-US" sz="1800" b="1" dirty="0">
                <a:solidFill>
                  <a:srgbClr val="003976"/>
                </a:solidFill>
                <a:latin typeface="Source Sans 3" pitchFamily="34" charset="0"/>
                <a:ea typeface="Source Sans 3" pitchFamily="34" charset="-122"/>
                <a:cs typeface="Source Sans 3" pitchFamily="34" charset="-120"/>
              </a:rPr>
              <a:t>Milestone</a:t>
            </a:r>
            <a:endParaRPr lang="en-US" sz="1800" dirty="0"/>
          </a:p>
        </p:txBody>
      </p:sp>
      <p:sp>
        <p:nvSpPr>
          <p:cNvPr id="19" name="Text 6"/>
          <p:cNvSpPr/>
          <p:nvPr/>
        </p:nvSpPr>
        <p:spPr>
          <a:xfrm>
            <a:off x="7653528" y="2167128"/>
            <a:ext cx="420624" cy="420624"/>
          </a:xfrm>
          <a:prstGeom prst="rect">
            <a:avLst/>
          </a:prstGeom>
          <a:solidFill>
            <a:srgbClr val="003976"/>
          </a:solidFill>
          <a:ln/>
        </p:spPr>
        <p:txBody>
          <a:bodyPr wrap="square" lIns="0" tIns="0" rIns="0" bIns="0" rtlCol="0" anchor="ctr"/>
          <a:lstStyle/>
          <a:p>
            <a:pPr algn="ctr" indent="0" marL="0">
              <a:buNone/>
            </a:pPr>
            <a:r>
              <a:rPr lang="en-US" sz="1600" b="1" dirty="0">
                <a:solidFill>
                  <a:srgbClr val="EFAB00"/>
                </a:solidFill>
                <a:latin typeface="Roboto Slab" pitchFamily="34" charset="0"/>
                <a:ea typeface="Roboto Slab" pitchFamily="34" charset="-122"/>
                <a:cs typeface="Roboto Slab" pitchFamily="34" charset="-120"/>
              </a:rPr>
              <a:t>05</a:t>
            </a:r>
            <a:endParaRPr lang="en-US" sz="1600" dirty="0"/>
          </a:p>
        </p:txBody>
      </p:sp>
      <p:sp>
        <p:nvSpPr>
          <p:cNvPr id="20" name="Date 5"/>
          <p:cNvSpPr>
            <a:spLocks noGrp="1"/>
          </p:cNvSpPr>
          <p:nvPr>
            <p:ph idx="118" type="body" hasCustomPrompt="1"/>
          </p:nvPr>
        </p:nvSpPr>
        <p:spPr>
          <a:xfrm>
            <a:off x="7086600" y="1755648"/>
            <a:ext cx="1554480" cy="274320"/>
          </a:xfrm>
          <a:prstGeom prst="rect">
            <a:avLst/>
          </a:prstGeom>
          <a:noFill/>
          <a:ln/>
        </p:spPr>
        <p:txBody>
          <a:bodyPr wrap="square" rtlCol="0" lIns="0" tIns="0" rIns="0" bIns="0" anchor="ctr"/>
          <a:lstStyle>
            <a:lvl1pPr algn="ctr" indent="0" marL="0">
              <a:lnSpc>
                <a:spcPts val="1800"/>
              </a:lnSpc>
              <a:spcBef>
                <a:spcPts val="0"/>
              </a:spcBef>
              <a:spcAft>
                <a:spcPts val="0"/>
              </a:spcAft>
              <a:buNone/>
              <a:defRPr lang="en-US" sz="1400" dirty="0">
                <a:solidFill>
                  <a:srgbClr val="4A5868"/>
                </a:solidFill>
                <a:latin typeface="Source Code Pro" pitchFamily="34" charset="0"/>
                <a:ea typeface="Source Code Pro" pitchFamily="34" charset="-122"/>
                <a:cs typeface="Source Code Pro" pitchFamily="34" charset="-120"/>
              </a:defRPr>
            </a:lvl1pPr>
          </a:lstStyle>
          <a:p>
            <a:pPr algn="ctr" indent="0" marL="0">
              <a:lnSpc>
                <a:spcPts val="1800"/>
              </a:lnSpc>
              <a:buNone/>
            </a:pPr>
            <a:r>
              <a:rPr lang="en-US" sz="1400" dirty="0">
                <a:solidFill>
                  <a:srgbClr val="4A5868"/>
                </a:solidFill>
                <a:latin typeface="Source Code Pro" pitchFamily="34" charset="0"/>
                <a:ea typeface="Source Code Pro" pitchFamily="34" charset="-122"/>
                <a:cs typeface="Source Code Pro" pitchFamily="34" charset="-120"/>
              </a:rPr>
              <a:t>YYYY-MM</a:t>
            </a:r>
            <a:endParaRPr lang="en-US" sz="1400" dirty="0"/>
          </a:p>
        </p:txBody>
      </p:sp>
      <p:sp>
        <p:nvSpPr>
          <p:cNvPr id="21" name="Step 5"/>
          <p:cNvSpPr>
            <a:spLocks noGrp="1"/>
          </p:cNvSpPr>
          <p:nvPr>
            <p:ph idx="119" type="body" hasCustomPrompt="1"/>
          </p:nvPr>
        </p:nvSpPr>
        <p:spPr>
          <a:xfrm>
            <a:off x="7086600" y="2743200"/>
            <a:ext cx="1554480" cy="1280160"/>
          </a:xfrm>
          <a:prstGeom prst="rect">
            <a:avLst/>
          </a:prstGeom>
          <a:noFill/>
          <a:ln/>
        </p:spPr>
        <p:txBody>
          <a:bodyPr wrap="square" rtlCol="0" lIns="0" tIns="0" rIns="0" bIns="0" anchor="t">
            <a:normAutofit/>
          </a:bodyPr>
          <a:lstStyle>
            <a:lvl1pPr algn="ctr" indent="0" marL="0">
              <a:lnSpc>
                <a:spcPct val="92000"/>
              </a:lnSpc>
              <a:spcBef>
                <a:spcPts val="0"/>
              </a:spcBef>
              <a:spcAft>
                <a:spcPts val="0"/>
              </a:spcAft>
              <a:buNone/>
              <a:defRPr lang="en-US" sz="1800" b="1" dirty="0">
                <a:solidFill>
                  <a:srgbClr val="003976"/>
                </a:solidFill>
                <a:latin typeface="Source Sans 3" pitchFamily="34" charset="0"/>
                <a:ea typeface="Source Sans 3" pitchFamily="34" charset="-122"/>
                <a:cs typeface="Source Sans 3" pitchFamily="34" charset="-120"/>
              </a:defRPr>
            </a:lvl1pPr>
            <a:lvl2pPr algn="ctr" indent="0" marL="0">
              <a:lnSpc>
                <a:spcPct val="94000"/>
              </a:lnSpc>
              <a:spcBef>
                <a:spcPts val="0"/>
              </a:spcBef>
              <a:spcAft>
                <a:spcPts val="0"/>
              </a:spcAft>
              <a:buNone/>
              <a:defRPr lang="en-US" sz="1600" dirty="0">
                <a:solidFill>
                  <a:srgbClr val="4A5868"/>
                </a:solidFill>
                <a:latin typeface="Source Sans 3" pitchFamily="34" charset="0"/>
                <a:ea typeface="Source Sans 3" pitchFamily="34" charset="-122"/>
                <a:cs typeface="Source Sans 3" pitchFamily="34" charset="-120"/>
              </a:defRPr>
            </a:lvl2pPr>
            <a:lvl3pPr algn="ctr" indent="0" marL="0">
              <a:lnSpc>
                <a:spcPct val="94000"/>
              </a:lnSpc>
              <a:spcBef>
                <a:spcPts val="0"/>
              </a:spcBef>
              <a:spcAft>
                <a:spcPts val="0"/>
              </a:spcAft>
              <a:buNone/>
              <a:defRPr lang="en-US" sz="1600" dirty="0">
                <a:solidFill>
                  <a:srgbClr val="4A5868"/>
                </a:solidFill>
                <a:latin typeface="Source Sans 3" pitchFamily="34" charset="0"/>
                <a:ea typeface="Source Sans 3" pitchFamily="34" charset="-122"/>
                <a:cs typeface="Source Sans 3" pitchFamily="34" charset="-120"/>
              </a:defRPr>
            </a:lvl3pPr>
            <a:lvl4pPr algn="ctr" indent="0" marL="0">
              <a:lnSpc>
                <a:spcPct val="94000"/>
              </a:lnSpc>
              <a:spcBef>
                <a:spcPts val="0"/>
              </a:spcBef>
              <a:spcAft>
                <a:spcPts val="0"/>
              </a:spcAft>
              <a:buNone/>
              <a:defRPr lang="en-US" sz="1600" dirty="0">
                <a:solidFill>
                  <a:srgbClr val="4A5868"/>
                </a:solidFill>
                <a:latin typeface="Source Sans 3" pitchFamily="34" charset="0"/>
                <a:ea typeface="Source Sans 3" pitchFamily="34" charset="-122"/>
                <a:cs typeface="Source Sans 3" pitchFamily="34" charset="-120"/>
              </a:defRPr>
            </a:lvl4pPr>
            <a:lvl5pPr algn="ctr" indent="0" marL="0">
              <a:lnSpc>
                <a:spcPct val="94000"/>
              </a:lnSpc>
              <a:spcBef>
                <a:spcPts val="0"/>
              </a:spcBef>
              <a:spcAft>
                <a:spcPts val="0"/>
              </a:spcAft>
              <a:buNone/>
              <a:defRPr lang="en-US" sz="1600" dirty="0">
                <a:solidFill>
                  <a:srgbClr val="4A5868"/>
                </a:solidFill>
                <a:latin typeface="Source Sans 3" pitchFamily="34" charset="0"/>
                <a:ea typeface="Source Sans 3" pitchFamily="34" charset="-122"/>
                <a:cs typeface="Source Sans 3" pitchFamily="34" charset="-120"/>
              </a:defRPr>
            </a:lvl5pPr>
          </a:lstStyle>
          <a:p>
            <a:pPr algn="ctr" indent="0" marL="0">
              <a:lnSpc>
                <a:spcPct val="92000"/>
              </a:lnSpc>
              <a:buNone/>
            </a:pPr>
            <a:r>
              <a:rPr lang="en-US" sz="1800" b="1" dirty="0">
                <a:solidFill>
                  <a:srgbClr val="003976"/>
                </a:solidFill>
                <a:latin typeface="Source Sans 3" pitchFamily="34" charset="0"/>
                <a:ea typeface="Source Sans 3" pitchFamily="34" charset="-122"/>
                <a:cs typeface="Source Sans 3" pitchFamily="34" charset="-120"/>
              </a:rPr>
              <a:t>Milestone</a:t>
            </a:r>
            <a:endParaRPr lang="en-US" sz="1800" dirty="0"/>
          </a:p>
        </p:txBody>
      </p:sp>
      <p:sp>
        <p:nvSpPr>
          <p:cNvPr id="22" name="Shape 7"/>
          <p:cNvSpPr/>
          <p:nvPr/>
        </p:nvSpPr>
        <p:spPr>
          <a:xfrm>
            <a:off x="457200" y="4590288"/>
            <a:ext cx="8229600" cy="0"/>
          </a:xfrm>
          <a:prstGeom prst="line">
            <a:avLst/>
          </a:prstGeom>
          <a:noFill/>
          <a:ln w="9525">
            <a:solidFill>
              <a:srgbClr val="D6DEE8"/>
            </a:solidFill>
            <a:prstDash val="solid"/>
          </a:ln>
        </p:spPr>
      </p:sp>
      <p:sp>
        <p:nvSpPr>
          <p:cNvPr id="23" name="Text 8"/>
          <p:cNvSpPr txBox="1"/>
          <p:nvPr/>
        </p:nvSpPr>
        <p:spPr>
          <a:xfrm>
            <a:off x="457200" y="4663440"/>
            <a:ext cx="6675120" cy="274320"/>
          </a:xfrm>
          <a:prstGeom prst="rect">
            <a:avLst/>
          </a:prstGeom>
          <a:noFill/>
          <a:ln/>
        </p:spPr>
        <p:txBody>
          <a:bodyPr wrap="square" lIns="0" tIns="0" rIns="0" bIns="0" rtlCol="0" anchor="ctr"/>
          <a:lstStyle/>
          <a:p>
            <a:pPr algn="l" indent="0" marL="0">
              <a:buNone/>
            </a:pPr>
            <a:r>
              <a:rPr lang="en-US" sz="1400" dirty="0">
                <a:solidFill>
                  <a:srgbClr val="4A5868"/>
                </a:solidFill>
                <a:latin typeface="Source Sans 3" pitchFamily="34" charset="0"/>
                <a:ea typeface="Source Sans 3" pitchFamily="34" charset="-122"/>
                <a:cs typeface="Source Sans 3" pitchFamily="34" charset="-120"/>
              </a:rPr>
              <a:t>Advanced Telerobotics Research Lab  ·  Kent State University</a:t>
            </a:r>
            <a:endParaRPr lang="en-US" sz="1400" dirty="0"/>
          </a:p>
        </p:txBody>
      </p:sp>
      <p:sp>
        <p:nvSpPr>
          <p:cNvPr id="24" name="Text 9"/>
          <p:cNvSpPr txBox="1"/>
          <p:nvPr/>
        </p:nvSpPr>
        <p:spPr>
          <a:xfrm>
            <a:off x="7315200" y="4663440"/>
            <a:ext cx="1371600" cy="274320"/>
          </a:xfrm>
          <a:prstGeom prst="rect">
            <a:avLst/>
          </a:prstGeom>
          <a:noFill/>
          <a:ln/>
        </p:spPr>
        <p:txBody>
          <a:bodyPr wrap="square" lIns="0" tIns="0" rIns="0" bIns="0" rtlCol="0" anchor="ctr"/>
          <a:lstStyle/>
          <a:p>
            <a:pPr algn="r" indent="0" marL="0">
              <a:buNone/>
            </a:pPr>
            <a:fld id="{5311FF0F-11E3-4C25-BAAF-374647CDD1DC}" type="slidenum">
              <a:rPr lang="en-US" sz="1400" dirty="0">
                <a:solidFill>
                  <a:srgbClr val="003976"/>
                </a:solidFill>
                <a:latin typeface="Source Code Pro" pitchFamily="34" charset="0"/>
                <a:ea typeface="Source Code Pro" pitchFamily="34" charset="-122"/>
                <a:cs typeface="Source Code Pro" pitchFamily="34" charset="-120"/>
              </a:rPr>
              <a:t>‹#›</a:t>
            </a:fld>
            <a:endParaRPr lang="en-US" sz="1400" dirty="0"/>
          </a:p>
        </p:txBody>
      </p:sp>
      <p:sp>
        <p:nvSpPr>
          <p:cNvPr id="25" name="Slide Number Placeholder"/>
          <p:cNvSpPr>
            <a:spLocks noGrp="1"/>
          </p:cNvSpPr>
          <p:nvPr>
            <p:ph type="sldNum" sz="quarter" idx="12"/>
          </p:nvPr>
        </p:nvSpPr>
        <p:spPr>
          <a:xfrm>
            <a:off x="7315200" y="4663440"/>
            <a:ext cx="1371600" cy="274320"/>
          </a:xfrm>
          <a:prstGeom prst="rect">
            <a:avLst/>
          </a:prstGeom>
        </p:spPr>
        <p:txBody>
          <a:bodyPr wrap="square" lIns="0" tIns="0" rIns="0" bIns="0" rtlCol="0" anchor="ctr"/>
          <a:lstStyle>
            <a:lvl1pPr algn="r">
              <a:lnSpc>
                <a:spcPts val="1800"/>
              </a:lnSpc>
              <a:buNone/>
              <a:defRPr sz="1400" kern="1200" lang="en-US" dirty="0">
                <a:solidFill>
                  <a:srgbClr val="003976"/>
                </a:solidFill>
                <a:latin typeface="Source Code Pro" pitchFamily="34" charset="0"/>
                <a:ea typeface="Source Code Pro" pitchFamily="34" charset="-122"/>
                <a:cs typeface="Source Code Pro" pitchFamily="34" charset="-120"/>
              </a:defRPr>
            </a:lvl1pPr>
          </a:lstStyle>
          <a:p>
            <a:fld id="{CBFFD634-6AA6-4C96-8091-B4D059A3E1D0}" type="slidenum">
              <a:rPr sz="1400" kern="1200" lang="en-US" dirty="0">
                <a:solidFill>
                  <a:srgbClr val="003976"/>
                </a:solidFill>
                <a:latin typeface="Source Code Pro" pitchFamily="34" charset="0"/>
                <a:ea typeface="Source Code Pro" pitchFamily="34" charset="-122"/>
                <a:cs typeface="Source Code Pro" pitchFamily="34" charset="-120"/>
              </a:rPr>
              <a:t>‹#›</a:t>
            </a:fld>
            <a:endParaRPr lang="en-US" sz="1400"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type="obj">
  <p:cSld name="ATR - Team">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66928" cy="566928"/>
          </a:xfrm>
          <a:prstGeom prst="rect">
            <a:avLst/>
          </a:prstGeom>
          <a:solidFill>
            <a:srgbClr val="EFAB00"/>
          </a:solidFill>
          <a:ln w="12700">
            <a:solidFill>
              <a:srgbClr val="EFAB00"/>
            </a:solidFill>
            <a:prstDash val="solid"/>
          </a:ln>
        </p:spPr>
      </p:sp>
      <p:pic>
        <p:nvPicPr>
          <p:cNvPr id="3" name="Image 0" descr="ATR Lab mark">    </p:cNvPr>
          <p:cNvPicPr>
            <a:picLocks noChangeAspect="1"/>
          </p:cNvPicPr>
          <p:nvPr/>
        </p:nvPicPr>
        <p:blipFill>
          <a:blip r:embed="rId1"/>
          <a:stretch>
            <a:fillRect/>
          </a:stretch>
        </p:blipFill>
        <p:spPr>
          <a:xfrm>
            <a:off x="563453" y="484632"/>
            <a:ext cx="354421" cy="365760"/>
          </a:xfrm>
          <a:prstGeom prst="rect">
            <a:avLst/>
          </a:prstGeom>
        </p:spPr>
      </p:pic>
      <p:sp>
        <p:nvSpPr>
          <p:cNvPr id="4" name="eyebrow"/>
          <p:cNvSpPr>
            <a:spLocks noGrp="1"/>
          </p:cNvSpPr>
          <p:nvPr>
            <p:ph idx="102" type="body" hasCustomPrompt="1"/>
          </p:nvPr>
        </p:nvSpPr>
        <p:spPr>
          <a:xfrm>
            <a:off x="1207008" y="329184"/>
            <a:ext cx="7479792" cy="274320"/>
          </a:xfrm>
          <a:prstGeom prst="rect">
            <a:avLst/>
          </a:prstGeom>
          <a:noFill/>
          <a:ln/>
        </p:spPr>
        <p:txBody>
          <a:bodyPr wrap="square" rtlCol="0" lIns="0" tIns="0" rIns="0" bIns="0" anchor="ctr">
            <a:normAutofit/>
          </a:bodyPr>
          <a:lstStyle>
            <a:lvl1pPr algn="l" indent="0" marL="0">
              <a:lnSpc>
                <a:spcPct val="97000"/>
              </a:lnSpc>
              <a:spcBef>
                <a:spcPts val="0"/>
              </a:spcBef>
              <a:spcAft>
                <a:spcPts val="0"/>
              </a:spcAft>
              <a:buNone/>
              <a:defRPr lang="en-US" sz="1400" b="1" spc="250" kern="0" dirty="0">
                <a:solidFill>
                  <a:srgbClr val="8A6100"/>
                </a:solidFill>
                <a:latin typeface="Source Sans 3" pitchFamily="34" charset="0"/>
                <a:ea typeface="Source Sans 3" pitchFamily="34" charset="-122"/>
                <a:cs typeface="Source Sans 3" pitchFamily="34" charset="-120"/>
              </a:defRPr>
            </a:lvl1pPr>
          </a:lstStyle>
          <a:p>
            <a:pPr algn="l" indent="0" marL="0">
              <a:lnSpc>
                <a:spcPct val="97000"/>
              </a:lnSpc>
              <a:buNone/>
            </a:pPr>
            <a:r>
              <a:rPr lang="en-US" sz="1400" b="1" spc="250" kern="0" dirty="0">
                <a:solidFill>
                  <a:srgbClr val="8A6100"/>
                </a:solidFill>
                <a:latin typeface="Source Sans 3" pitchFamily="34" charset="0"/>
                <a:ea typeface="Source Sans 3" pitchFamily="34" charset="-122"/>
                <a:cs typeface="Source Sans 3" pitchFamily="34" charset="-120"/>
              </a:rPr>
              <a:t>SECTION 00  ·  SECTION NAME</a:t>
            </a:r>
            <a:endParaRPr lang="en-US" sz="1400" dirty="0"/>
          </a:p>
        </p:txBody>
      </p:sp>
      <p:sp>
        <p:nvSpPr>
          <p:cNvPr id="5" name="title"/>
          <p:cNvSpPr>
            <a:spLocks noGrp="1"/>
          </p:cNvSpPr>
          <p:nvPr>
            <p:ph idx="103" type="title" hasCustomPrompt="1"/>
          </p:nvPr>
        </p:nvSpPr>
        <p:spPr>
          <a:xfrm>
            <a:off x="1207008" y="566928"/>
            <a:ext cx="7479792" cy="475488"/>
          </a:xfrm>
          <a:prstGeom prst="rect">
            <a:avLst/>
          </a:prstGeom>
          <a:noFill/>
          <a:ln/>
        </p:spPr>
        <p:txBody>
          <a:bodyPr wrap="square" rtlCol="0" lIns="0" tIns="0" rIns="0" bIns="0" anchor="t">
            <a:normAutofit/>
          </a:bodyPr>
          <a:lstStyle>
            <a:lvl1pPr algn="l" indent="0" marL="0">
              <a:lnSpc>
                <a:spcPct val="85000"/>
              </a:lnSpc>
              <a:spcBef>
                <a:spcPts val="0"/>
              </a:spcBef>
              <a:spcAft>
                <a:spcPts val="0"/>
              </a:spcAft>
              <a:buNone/>
              <a:defRPr lang="en-US" sz="3200" b="1" dirty="0">
                <a:solidFill>
                  <a:srgbClr val="003976"/>
                </a:solidFill>
                <a:latin typeface="Source Sans 3" pitchFamily="34" charset="0"/>
                <a:ea typeface="Source Sans 3" pitchFamily="34" charset="-122"/>
                <a:cs typeface="Source Sans 3" pitchFamily="34" charset="-120"/>
              </a:defRPr>
            </a:lvl1pPr>
          </a:lstStyle>
          <a:p>
            <a:pPr algn="l" indent="0" marL="0">
              <a:lnSpc>
                <a:spcPct val="85000"/>
              </a:lnSpc>
              <a:buNone/>
            </a:pPr>
            <a:r>
              <a:rPr lang="en-US" sz="3200" b="1" dirty="0">
                <a:solidFill>
                  <a:srgbClr val="003976"/>
                </a:solidFill>
                <a:latin typeface="Source Sans 3" pitchFamily="34" charset="0"/>
                <a:ea typeface="Source Sans 3" pitchFamily="34" charset="-122"/>
                <a:cs typeface="Source Sans 3" pitchFamily="34" charset="-120"/>
              </a:rPr>
              <a:t>Slide title, one line, sentence case</a:t>
            </a:r>
            <a:endParaRPr lang="en-US" sz="3200" dirty="0"/>
          </a:p>
        </p:txBody>
      </p:sp>
      <p:sp>
        <p:nvSpPr>
          <p:cNvPr id="6" name="Photo 1"/>
          <p:cNvSpPr>
            <a:spLocks noGrp="1"/>
          </p:cNvSpPr>
          <p:nvPr>
            <p:ph idx="104" hasCustomPrompt="1" type="pic"/>
          </p:nvPr>
        </p:nvSpPr>
        <p:spPr>
          <a:xfrm>
            <a:off x="457200" y="1298448"/>
            <a:ext cx="868680" cy="868680"/>
          </a:xfrm>
          <a:prstGeom prst="rect">
            <a:avLst/>
          </a:prstGeom>
          <a:noFill/>
          <a:ln/>
        </p:spPr>
        <p:txBody>
          <a:bodyPr wrap="square" rtlCol="0" anchor="ctr"/>
          <a:lstStyle/>
          <a:p>
            <a:endParaRPr lang="en-US"/>
          </a:p>
        </p:txBody>
      </p:sp>
      <p:sp>
        <p:nvSpPr>
          <p:cNvPr id="7" name="Member 1"/>
          <p:cNvSpPr>
            <a:spLocks noGrp="1"/>
          </p:cNvSpPr>
          <p:nvPr>
            <p:ph idx="105" type="body" hasCustomPrompt="1"/>
          </p:nvPr>
        </p:nvSpPr>
        <p:spPr>
          <a:xfrm>
            <a:off x="457200" y="2240280"/>
            <a:ext cx="1851660" cy="548640"/>
          </a:xfrm>
          <a:prstGeom prst="rect">
            <a:avLst/>
          </a:prstGeom>
          <a:noFill/>
          <a:ln/>
        </p:spPr>
        <p:txBody>
          <a:bodyPr wrap="square" rtlCol="0" lIns="0" tIns="0" rIns="0" bIns="0" anchor="t">
            <a:normAutofit/>
          </a:bodyPr>
          <a:lstStyle>
            <a:lvl1pPr algn="l" indent="0" marL="0">
              <a:lnSpc>
                <a:spcPct val="90000"/>
              </a:lnSpc>
              <a:spcBef>
                <a:spcPts val="0"/>
              </a:spcBef>
              <a:spcAft>
                <a:spcPts val="0"/>
              </a:spcAft>
              <a:buNone/>
              <a:defRPr lang="en-US" sz="1600" b="1" dirty="0">
                <a:solidFill>
                  <a:srgbClr val="003976"/>
                </a:solidFill>
                <a:latin typeface="Source Sans 3" pitchFamily="34" charset="0"/>
                <a:ea typeface="Source Sans 3" pitchFamily="34" charset="-122"/>
                <a:cs typeface="Source Sans 3" pitchFamily="34" charset="-120"/>
              </a:defRPr>
            </a:lvl1pPr>
            <a:lvl2pPr algn="l" indent="0" marL="0">
              <a:lnSpc>
                <a:spcPct val="92000"/>
              </a:lnSpc>
              <a:spcBef>
                <a:spcPts val="0"/>
              </a:spcBef>
              <a:spcAft>
                <a:spcPts val="0"/>
              </a:spcAft>
              <a:buNone/>
              <a:defRPr lang="en-US" sz="1400" dirty="0">
                <a:solidFill>
                  <a:srgbClr val="4A5868"/>
                </a:solidFill>
                <a:latin typeface="Source Sans 3" pitchFamily="34" charset="0"/>
                <a:ea typeface="Source Sans 3" pitchFamily="34" charset="-122"/>
                <a:cs typeface="Source Sans 3" pitchFamily="34" charset="-120"/>
              </a:defRPr>
            </a:lvl2pPr>
            <a:lvl3pPr algn="l" indent="0" marL="0">
              <a:lnSpc>
                <a:spcPct val="92000"/>
              </a:lnSpc>
              <a:spcBef>
                <a:spcPts val="0"/>
              </a:spcBef>
              <a:spcAft>
                <a:spcPts val="0"/>
              </a:spcAft>
              <a:buNone/>
              <a:defRPr lang="en-US" sz="1400" dirty="0">
                <a:solidFill>
                  <a:srgbClr val="4A5868"/>
                </a:solidFill>
                <a:latin typeface="Source Sans 3" pitchFamily="34" charset="0"/>
                <a:ea typeface="Source Sans 3" pitchFamily="34" charset="-122"/>
                <a:cs typeface="Source Sans 3" pitchFamily="34" charset="-120"/>
              </a:defRPr>
            </a:lvl3pPr>
            <a:lvl4pPr algn="l" indent="0" marL="0">
              <a:lnSpc>
                <a:spcPct val="92000"/>
              </a:lnSpc>
              <a:spcBef>
                <a:spcPts val="0"/>
              </a:spcBef>
              <a:spcAft>
                <a:spcPts val="0"/>
              </a:spcAft>
              <a:buNone/>
              <a:defRPr lang="en-US" sz="1400" dirty="0">
                <a:solidFill>
                  <a:srgbClr val="4A5868"/>
                </a:solidFill>
                <a:latin typeface="Source Sans 3" pitchFamily="34" charset="0"/>
                <a:ea typeface="Source Sans 3" pitchFamily="34" charset="-122"/>
                <a:cs typeface="Source Sans 3" pitchFamily="34" charset="-120"/>
              </a:defRPr>
            </a:lvl4pPr>
            <a:lvl5pPr algn="l" indent="0" marL="0">
              <a:lnSpc>
                <a:spcPct val="92000"/>
              </a:lnSpc>
              <a:spcBef>
                <a:spcPts val="0"/>
              </a:spcBef>
              <a:spcAft>
                <a:spcPts val="0"/>
              </a:spcAft>
              <a:buNone/>
              <a:defRPr lang="en-US" sz="1400" dirty="0">
                <a:solidFill>
                  <a:srgbClr val="4A5868"/>
                </a:solidFill>
                <a:latin typeface="Source Sans 3" pitchFamily="34" charset="0"/>
                <a:ea typeface="Source Sans 3" pitchFamily="34" charset="-122"/>
                <a:cs typeface="Source Sans 3" pitchFamily="34" charset="-120"/>
              </a:defRPr>
            </a:lvl5pPr>
          </a:lstStyle>
          <a:p>
            <a:pPr algn="l" indent="0" marL="0">
              <a:lnSpc>
                <a:spcPct val="90000"/>
              </a:lnSpc>
              <a:buNone/>
            </a:pPr>
            <a:r>
              <a:rPr lang="en-US" sz="1600" b="1" dirty="0">
                <a:solidFill>
                  <a:srgbClr val="003976"/>
                </a:solidFill>
                <a:latin typeface="Source Sans 3" pitchFamily="34" charset="0"/>
                <a:ea typeface="Source Sans 3" pitchFamily="34" charset="-122"/>
                <a:cs typeface="Source Sans 3" pitchFamily="34" charset="-120"/>
              </a:rPr>
              <a:t>Name</a:t>
            </a:r>
            <a:endParaRPr lang="en-US" sz="1600" dirty="0"/>
          </a:p>
          <a:p>
            <a:pPr algn="l" indent="0" marL="0">
              <a:lnSpc>
                <a:spcPct val="90000"/>
              </a:lnSpc>
              <a:buNone/>
            </a:pPr>
            <a:r>
              <a:rPr lang="en-US" sz="1600" b="1" dirty="0">
                <a:solidFill>
                  <a:srgbClr val="003976"/>
                </a:solidFill>
                <a:latin typeface="Source Sans 3" pitchFamily="34" charset="0"/>
                <a:ea typeface="Source Sans 3" pitchFamily="34" charset="-122"/>
                <a:cs typeface="Source Sans 3" pitchFamily="34" charset="-120"/>
              </a:rPr>
              <a:t>Role</a:t>
            </a:r>
            <a:endParaRPr lang="en-US" sz="1600" dirty="0"/>
          </a:p>
        </p:txBody>
      </p:sp>
      <p:sp>
        <p:nvSpPr>
          <p:cNvPr id="8" name="Photo 2"/>
          <p:cNvSpPr>
            <a:spLocks noGrp="1"/>
          </p:cNvSpPr>
          <p:nvPr>
            <p:ph idx="106" hasCustomPrompt="1" type="pic"/>
          </p:nvPr>
        </p:nvSpPr>
        <p:spPr>
          <a:xfrm>
            <a:off x="2583180" y="1298448"/>
            <a:ext cx="868680" cy="868680"/>
          </a:xfrm>
          <a:prstGeom prst="rect">
            <a:avLst/>
          </a:prstGeom>
          <a:noFill/>
          <a:ln/>
        </p:spPr>
        <p:txBody>
          <a:bodyPr wrap="square" rtlCol="0" anchor="ctr"/>
          <a:lstStyle/>
          <a:p>
            <a:endParaRPr lang="en-US"/>
          </a:p>
        </p:txBody>
      </p:sp>
      <p:sp>
        <p:nvSpPr>
          <p:cNvPr id="9" name="Member 2"/>
          <p:cNvSpPr>
            <a:spLocks noGrp="1"/>
          </p:cNvSpPr>
          <p:nvPr>
            <p:ph idx="107" type="body" hasCustomPrompt="1"/>
          </p:nvPr>
        </p:nvSpPr>
        <p:spPr>
          <a:xfrm>
            <a:off x="2583180" y="2240280"/>
            <a:ext cx="1851660" cy="548640"/>
          </a:xfrm>
          <a:prstGeom prst="rect">
            <a:avLst/>
          </a:prstGeom>
          <a:noFill/>
          <a:ln/>
        </p:spPr>
        <p:txBody>
          <a:bodyPr wrap="square" rtlCol="0" lIns="0" tIns="0" rIns="0" bIns="0" anchor="t">
            <a:normAutofit/>
          </a:bodyPr>
          <a:lstStyle>
            <a:lvl1pPr algn="l" indent="0" marL="0">
              <a:lnSpc>
                <a:spcPct val="90000"/>
              </a:lnSpc>
              <a:spcBef>
                <a:spcPts val="0"/>
              </a:spcBef>
              <a:spcAft>
                <a:spcPts val="0"/>
              </a:spcAft>
              <a:buNone/>
              <a:defRPr lang="en-US" sz="1600" b="1" dirty="0">
                <a:solidFill>
                  <a:srgbClr val="003976"/>
                </a:solidFill>
                <a:latin typeface="Source Sans 3" pitchFamily="34" charset="0"/>
                <a:ea typeface="Source Sans 3" pitchFamily="34" charset="-122"/>
                <a:cs typeface="Source Sans 3" pitchFamily="34" charset="-120"/>
              </a:defRPr>
            </a:lvl1pPr>
            <a:lvl2pPr algn="l" indent="0" marL="0">
              <a:lnSpc>
                <a:spcPct val="92000"/>
              </a:lnSpc>
              <a:spcBef>
                <a:spcPts val="0"/>
              </a:spcBef>
              <a:spcAft>
                <a:spcPts val="0"/>
              </a:spcAft>
              <a:buNone/>
              <a:defRPr lang="en-US" sz="1400" dirty="0">
                <a:solidFill>
                  <a:srgbClr val="4A5868"/>
                </a:solidFill>
                <a:latin typeface="Source Sans 3" pitchFamily="34" charset="0"/>
                <a:ea typeface="Source Sans 3" pitchFamily="34" charset="-122"/>
                <a:cs typeface="Source Sans 3" pitchFamily="34" charset="-120"/>
              </a:defRPr>
            </a:lvl2pPr>
            <a:lvl3pPr algn="l" indent="0" marL="0">
              <a:lnSpc>
                <a:spcPct val="92000"/>
              </a:lnSpc>
              <a:spcBef>
                <a:spcPts val="0"/>
              </a:spcBef>
              <a:spcAft>
                <a:spcPts val="0"/>
              </a:spcAft>
              <a:buNone/>
              <a:defRPr lang="en-US" sz="1400" dirty="0">
                <a:solidFill>
                  <a:srgbClr val="4A5868"/>
                </a:solidFill>
                <a:latin typeface="Source Sans 3" pitchFamily="34" charset="0"/>
                <a:ea typeface="Source Sans 3" pitchFamily="34" charset="-122"/>
                <a:cs typeface="Source Sans 3" pitchFamily="34" charset="-120"/>
              </a:defRPr>
            </a:lvl3pPr>
            <a:lvl4pPr algn="l" indent="0" marL="0">
              <a:lnSpc>
                <a:spcPct val="92000"/>
              </a:lnSpc>
              <a:spcBef>
                <a:spcPts val="0"/>
              </a:spcBef>
              <a:spcAft>
                <a:spcPts val="0"/>
              </a:spcAft>
              <a:buNone/>
              <a:defRPr lang="en-US" sz="1400" dirty="0">
                <a:solidFill>
                  <a:srgbClr val="4A5868"/>
                </a:solidFill>
                <a:latin typeface="Source Sans 3" pitchFamily="34" charset="0"/>
                <a:ea typeface="Source Sans 3" pitchFamily="34" charset="-122"/>
                <a:cs typeface="Source Sans 3" pitchFamily="34" charset="-120"/>
              </a:defRPr>
            </a:lvl4pPr>
            <a:lvl5pPr algn="l" indent="0" marL="0">
              <a:lnSpc>
                <a:spcPct val="92000"/>
              </a:lnSpc>
              <a:spcBef>
                <a:spcPts val="0"/>
              </a:spcBef>
              <a:spcAft>
                <a:spcPts val="0"/>
              </a:spcAft>
              <a:buNone/>
              <a:defRPr lang="en-US" sz="1400" dirty="0">
                <a:solidFill>
                  <a:srgbClr val="4A5868"/>
                </a:solidFill>
                <a:latin typeface="Source Sans 3" pitchFamily="34" charset="0"/>
                <a:ea typeface="Source Sans 3" pitchFamily="34" charset="-122"/>
                <a:cs typeface="Source Sans 3" pitchFamily="34" charset="-120"/>
              </a:defRPr>
            </a:lvl5pPr>
          </a:lstStyle>
          <a:p>
            <a:pPr algn="l" indent="0" marL="0">
              <a:lnSpc>
                <a:spcPct val="90000"/>
              </a:lnSpc>
              <a:buNone/>
            </a:pPr>
            <a:r>
              <a:rPr lang="en-US" sz="1600" b="1" dirty="0">
                <a:solidFill>
                  <a:srgbClr val="003976"/>
                </a:solidFill>
                <a:latin typeface="Source Sans 3" pitchFamily="34" charset="0"/>
                <a:ea typeface="Source Sans 3" pitchFamily="34" charset="-122"/>
                <a:cs typeface="Source Sans 3" pitchFamily="34" charset="-120"/>
              </a:rPr>
              <a:t>Name</a:t>
            </a:r>
            <a:endParaRPr lang="en-US" sz="1600" dirty="0"/>
          </a:p>
          <a:p>
            <a:pPr algn="l" indent="0" marL="0">
              <a:lnSpc>
                <a:spcPct val="90000"/>
              </a:lnSpc>
              <a:buNone/>
            </a:pPr>
            <a:r>
              <a:rPr lang="en-US" sz="1600" b="1" dirty="0">
                <a:solidFill>
                  <a:srgbClr val="003976"/>
                </a:solidFill>
                <a:latin typeface="Source Sans 3" pitchFamily="34" charset="0"/>
                <a:ea typeface="Source Sans 3" pitchFamily="34" charset="-122"/>
                <a:cs typeface="Source Sans 3" pitchFamily="34" charset="-120"/>
              </a:rPr>
              <a:t>Role</a:t>
            </a:r>
            <a:endParaRPr lang="en-US" sz="1600" dirty="0"/>
          </a:p>
        </p:txBody>
      </p:sp>
      <p:sp>
        <p:nvSpPr>
          <p:cNvPr id="10" name="Photo 3"/>
          <p:cNvSpPr>
            <a:spLocks noGrp="1"/>
          </p:cNvSpPr>
          <p:nvPr>
            <p:ph idx="108" hasCustomPrompt="1" type="pic"/>
          </p:nvPr>
        </p:nvSpPr>
        <p:spPr>
          <a:xfrm>
            <a:off x="4709160" y="1298448"/>
            <a:ext cx="868680" cy="868680"/>
          </a:xfrm>
          <a:prstGeom prst="rect">
            <a:avLst/>
          </a:prstGeom>
          <a:noFill/>
          <a:ln/>
        </p:spPr>
        <p:txBody>
          <a:bodyPr wrap="square" rtlCol="0" anchor="ctr"/>
          <a:lstStyle/>
          <a:p>
            <a:endParaRPr lang="en-US"/>
          </a:p>
        </p:txBody>
      </p:sp>
      <p:sp>
        <p:nvSpPr>
          <p:cNvPr id="11" name="Member 3"/>
          <p:cNvSpPr>
            <a:spLocks noGrp="1"/>
          </p:cNvSpPr>
          <p:nvPr>
            <p:ph idx="109" type="body" hasCustomPrompt="1"/>
          </p:nvPr>
        </p:nvSpPr>
        <p:spPr>
          <a:xfrm>
            <a:off x="4709160" y="2240280"/>
            <a:ext cx="1851660" cy="548640"/>
          </a:xfrm>
          <a:prstGeom prst="rect">
            <a:avLst/>
          </a:prstGeom>
          <a:noFill/>
          <a:ln/>
        </p:spPr>
        <p:txBody>
          <a:bodyPr wrap="square" rtlCol="0" lIns="0" tIns="0" rIns="0" bIns="0" anchor="t">
            <a:normAutofit/>
          </a:bodyPr>
          <a:lstStyle>
            <a:lvl1pPr algn="l" indent="0" marL="0">
              <a:lnSpc>
                <a:spcPct val="90000"/>
              </a:lnSpc>
              <a:spcBef>
                <a:spcPts val="0"/>
              </a:spcBef>
              <a:spcAft>
                <a:spcPts val="0"/>
              </a:spcAft>
              <a:buNone/>
              <a:defRPr lang="en-US" sz="1600" b="1" dirty="0">
                <a:solidFill>
                  <a:srgbClr val="003976"/>
                </a:solidFill>
                <a:latin typeface="Source Sans 3" pitchFamily="34" charset="0"/>
                <a:ea typeface="Source Sans 3" pitchFamily="34" charset="-122"/>
                <a:cs typeface="Source Sans 3" pitchFamily="34" charset="-120"/>
              </a:defRPr>
            </a:lvl1pPr>
            <a:lvl2pPr algn="l" indent="0" marL="0">
              <a:lnSpc>
                <a:spcPct val="92000"/>
              </a:lnSpc>
              <a:spcBef>
                <a:spcPts val="0"/>
              </a:spcBef>
              <a:spcAft>
                <a:spcPts val="0"/>
              </a:spcAft>
              <a:buNone/>
              <a:defRPr lang="en-US" sz="1400" dirty="0">
                <a:solidFill>
                  <a:srgbClr val="4A5868"/>
                </a:solidFill>
                <a:latin typeface="Source Sans 3" pitchFamily="34" charset="0"/>
                <a:ea typeface="Source Sans 3" pitchFamily="34" charset="-122"/>
                <a:cs typeface="Source Sans 3" pitchFamily="34" charset="-120"/>
              </a:defRPr>
            </a:lvl2pPr>
            <a:lvl3pPr algn="l" indent="0" marL="0">
              <a:lnSpc>
                <a:spcPct val="92000"/>
              </a:lnSpc>
              <a:spcBef>
                <a:spcPts val="0"/>
              </a:spcBef>
              <a:spcAft>
                <a:spcPts val="0"/>
              </a:spcAft>
              <a:buNone/>
              <a:defRPr lang="en-US" sz="1400" dirty="0">
                <a:solidFill>
                  <a:srgbClr val="4A5868"/>
                </a:solidFill>
                <a:latin typeface="Source Sans 3" pitchFamily="34" charset="0"/>
                <a:ea typeface="Source Sans 3" pitchFamily="34" charset="-122"/>
                <a:cs typeface="Source Sans 3" pitchFamily="34" charset="-120"/>
              </a:defRPr>
            </a:lvl3pPr>
            <a:lvl4pPr algn="l" indent="0" marL="0">
              <a:lnSpc>
                <a:spcPct val="92000"/>
              </a:lnSpc>
              <a:spcBef>
                <a:spcPts val="0"/>
              </a:spcBef>
              <a:spcAft>
                <a:spcPts val="0"/>
              </a:spcAft>
              <a:buNone/>
              <a:defRPr lang="en-US" sz="1400" dirty="0">
                <a:solidFill>
                  <a:srgbClr val="4A5868"/>
                </a:solidFill>
                <a:latin typeface="Source Sans 3" pitchFamily="34" charset="0"/>
                <a:ea typeface="Source Sans 3" pitchFamily="34" charset="-122"/>
                <a:cs typeface="Source Sans 3" pitchFamily="34" charset="-120"/>
              </a:defRPr>
            </a:lvl4pPr>
            <a:lvl5pPr algn="l" indent="0" marL="0">
              <a:lnSpc>
                <a:spcPct val="92000"/>
              </a:lnSpc>
              <a:spcBef>
                <a:spcPts val="0"/>
              </a:spcBef>
              <a:spcAft>
                <a:spcPts val="0"/>
              </a:spcAft>
              <a:buNone/>
              <a:defRPr lang="en-US" sz="1400" dirty="0">
                <a:solidFill>
                  <a:srgbClr val="4A5868"/>
                </a:solidFill>
                <a:latin typeface="Source Sans 3" pitchFamily="34" charset="0"/>
                <a:ea typeface="Source Sans 3" pitchFamily="34" charset="-122"/>
                <a:cs typeface="Source Sans 3" pitchFamily="34" charset="-120"/>
              </a:defRPr>
            </a:lvl5pPr>
          </a:lstStyle>
          <a:p>
            <a:pPr algn="l" indent="0" marL="0">
              <a:lnSpc>
                <a:spcPct val="90000"/>
              </a:lnSpc>
              <a:buNone/>
            </a:pPr>
            <a:r>
              <a:rPr lang="en-US" sz="1600" b="1" dirty="0">
                <a:solidFill>
                  <a:srgbClr val="003976"/>
                </a:solidFill>
                <a:latin typeface="Source Sans 3" pitchFamily="34" charset="0"/>
                <a:ea typeface="Source Sans 3" pitchFamily="34" charset="-122"/>
                <a:cs typeface="Source Sans 3" pitchFamily="34" charset="-120"/>
              </a:rPr>
              <a:t>Name</a:t>
            </a:r>
            <a:endParaRPr lang="en-US" sz="1600" dirty="0"/>
          </a:p>
          <a:p>
            <a:pPr algn="l" indent="0" marL="0">
              <a:lnSpc>
                <a:spcPct val="90000"/>
              </a:lnSpc>
              <a:buNone/>
            </a:pPr>
            <a:r>
              <a:rPr lang="en-US" sz="1600" b="1" dirty="0">
                <a:solidFill>
                  <a:srgbClr val="003976"/>
                </a:solidFill>
                <a:latin typeface="Source Sans 3" pitchFamily="34" charset="0"/>
                <a:ea typeface="Source Sans 3" pitchFamily="34" charset="-122"/>
                <a:cs typeface="Source Sans 3" pitchFamily="34" charset="-120"/>
              </a:rPr>
              <a:t>Role</a:t>
            </a:r>
            <a:endParaRPr lang="en-US" sz="1600" dirty="0"/>
          </a:p>
        </p:txBody>
      </p:sp>
      <p:sp>
        <p:nvSpPr>
          <p:cNvPr id="12" name="Photo 4"/>
          <p:cNvSpPr>
            <a:spLocks noGrp="1"/>
          </p:cNvSpPr>
          <p:nvPr>
            <p:ph idx="110" hasCustomPrompt="1" type="pic"/>
          </p:nvPr>
        </p:nvSpPr>
        <p:spPr>
          <a:xfrm>
            <a:off x="6835140" y="1298448"/>
            <a:ext cx="868680" cy="868680"/>
          </a:xfrm>
          <a:prstGeom prst="rect">
            <a:avLst/>
          </a:prstGeom>
          <a:noFill/>
          <a:ln/>
        </p:spPr>
        <p:txBody>
          <a:bodyPr wrap="square" rtlCol="0" anchor="ctr"/>
          <a:lstStyle/>
          <a:p>
            <a:endParaRPr lang="en-US"/>
          </a:p>
        </p:txBody>
      </p:sp>
      <p:sp>
        <p:nvSpPr>
          <p:cNvPr id="13" name="Member 4"/>
          <p:cNvSpPr>
            <a:spLocks noGrp="1"/>
          </p:cNvSpPr>
          <p:nvPr>
            <p:ph idx="111" type="body" hasCustomPrompt="1"/>
          </p:nvPr>
        </p:nvSpPr>
        <p:spPr>
          <a:xfrm>
            <a:off x="6835140" y="2240280"/>
            <a:ext cx="1851660" cy="548640"/>
          </a:xfrm>
          <a:prstGeom prst="rect">
            <a:avLst/>
          </a:prstGeom>
          <a:noFill/>
          <a:ln/>
        </p:spPr>
        <p:txBody>
          <a:bodyPr wrap="square" rtlCol="0" lIns="0" tIns="0" rIns="0" bIns="0" anchor="t">
            <a:normAutofit/>
          </a:bodyPr>
          <a:lstStyle>
            <a:lvl1pPr algn="l" indent="0" marL="0">
              <a:lnSpc>
                <a:spcPct val="90000"/>
              </a:lnSpc>
              <a:spcBef>
                <a:spcPts val="0"/>
              </a:spcBef>
              <a:spcAft>
                <a:spcPts val="0"/>
              </a:spcAft>
              <a:buNone/>
              <a:defRPr lang="en-US" sz="1600" b="1" dirty="0">
                <a:solidFill>
                  <a:srgbClr val="003976"/>
                </a:solidFill>
                <a:latin typeface="Source Sans 3" pitchFamily="34" charset="0"/>
                <a:ea typeface="Source Sans 3" pitchFamily="34" charset="-122"/>
                <a:cs typeface="Source Sans 3" pitchFamily="34" charset="-120"/>
              </a:defRPr>
            </a:lvl1pPr>
            <a:lvl2pPr algn="l" indent="0" marL="0">
              <a:lnSpc>
                <a:spcPct val="92000"/>
              </a:lnSpc>
              <a:spcBef>
                <a:spcPts val="0"/>
              </a:spcBef>
              <a:spcAft>
                <a:spcPts val="0"/>
              </a:spcAft>
              <a:buNone/>
              <a:defRPr lang="en-US" sz="1400" dirty="0">
                <a:solidFill>
                  <a:srgbClr val="4A5868"/>
                </a:solidFill>
                <a:latin typeface="Source Sans 3" pitchFamily="34" charset="0"/>
                <a:ea typeface="Source Sans 3" pitchFamily="34" charset="-122"/>
                <a:cs typeface="Source Sans 3" pitchFamily="34" charset="-120"/>
              </a:defRPr>
            </a:lvl2pPr>
            <a:lvl3pPr algn="l" indent="0" marL="0">
              <a:lnSpc>
                <a:spcPct val="92000"/>
              </a:lnSpc>
              <a:spcBef>
                <a:spcPts val="0"/>
              </a:spcBef>
              <a:spcAft>
                <a:spcPts val="0"/>
              </a:spcAft>
              <a:buNone/>
              <a:defRPr lang="en-US" sz="1400" dirty="0">
                <a:solidFill>
                  <a:srgbClr val="4A5868"/>
                </a:solidFill>
                <a:latin typeface="Source Sans 3" pitchFamily="34" charset="0"/>
                <a:ea typeface="Source Sans 3" pitchFamily="34" charset="-122"/>
                <a:cs typeface="Source Sans 3" pitchFamily="34" charset="-120"/>
              </a:defRPr>
            </a:lvl3pPr>
            <a:lvl4pPr algn="l" indent="0" marL="0">
              <a:lnSpc>
                <a:spcPct val="92000"/>
              </a:lnSpc>
              <a:spcBef>
                <a:spcPts val="0"/>
              </a:spcBef>
              <a:spcAft>
                <a:spcPts val="0"/>
              </a:spcAft>
              <a:buNone/>
              <a:defRPr lang="en-US" sz="1400" dirty="0">
                <a:solidFill>
                  <a:srgbClr val="4A5868"/>
                </a:solidFill>
                <a:latin typeface="Source Sans 3" pitchFamily="34" charset="0"/>
                <a:ea typeface="Source Sans 3" pitchFamily="34" charset="-122"/>
                <a:cs typeface="Source Sans 3" pitchFamily="34" charset="-120"/>
              </a:defRPr>
            </a:lvl4pPr>
            <a:lvl5pPr algn="l" indent="0" marL="0">
              <a:lnSpc>
                <a:spcPct val="92000"/>
              </a:lnSpc>
              <a:spcBef>
                <a:spcPts val="0"/>
              </a:spcBef>
              <a:spcAft>
                <a:spcPts val="0"/>
              </a:spcAft>
              <a:buNone/>
              <a:defRPr lang="en-US" sz="1400" dirty="0">
                <a:solidFill>
                  <a:srgbClr val="4A5868"/>
                </a:solidFill>
                <a:latin typeface="Source Sans 3" pitchFamily="34" charset="0"/>
                <a:ea typeface="Source Sans 3" pitchFamily="34" charset="-122"/>
                <a:cs typeface="Source Sans 3" pitchFamily="34" charset="-120"/>
              </a:defRPr>
            </a:lvl5pPr>
          </a:lstStyle>
          <a:p>
            <a:pPr algn="l" indent="0" marL="0">
              <a:lnSpc>
                <a:spcPct val="90000"/>
              </a:lnSpc>
              <a:buNone/>
            </a:pPr>
            <a:r>
              <a:rPr lang="en-US" sz="1600" b="1" dirty="0">
                <a:solidFill>
                  <a:srgbClr val="003976"/>
                </a:solidFill>
                <a:latin typeface="Source Sans 3" pitchFamily="34" charset="0"/>
                <a:ea typeface="Source Sans 3" pitchFamily="34" charset="-122"/>
                <a:cs typeface="Source Sans 3" pitchFamily="34" charset="-120"/>
              </a:rPr>
              <a:t>Name</a:t>
            </a:r>
            <a:endParaRPr lang="en-US" sz="1600" dirty="0"/>
          </a:p>
          <a:p>
            <a:pPr algn="l" indent="0" marL="0">
              <a:lnSpc>
                <a:spcPct val="90000"/>
              </a:lnSpc>
              <a:buNone/>
            </a:pPr>
            <a:r>
              <a:rPr lang="en-US" sz="1600" b="1" dirty="0">
                <a:solidFill>
                  <a:srgbClr val="003976"/>
                </a:solidFill>
                <a:latin typeface="Source Sans 3" pitchFamily="34" charset="0"/>
                <a:ea typeface="Source Sans 3" pitchFamily="34" charset="-122"/>
                <a:cs typeface="Source Sans 3" pitchFamily="34" charset="-120"/>
              </a:rPr>
              <a:t>Role</a:t>
            </a:r>
            <a:endParaRPr lang="en-US" sz="1600" dirty="0"/>
          </a:p>
        </p:txBody>
      </p:sp>
      <p:sp>
        <p:nvSpPr>
          <p:cNvPr id="14" name="Photo 5"/>
          <p:cNvSpPr>
            <a:spLocks noGrp="1"/>
          </p:cNvSpPr>
          <p:nvPr>
            <p:ph idx="112" hasCustomPrompt="1" type="pic"/>
          </p:nvPr>
        </p:nvSpPr>
        <p:spPr>
          <a:xfrm>
            <a:off x="457200" y="2898648"/>
            <a:ext cx="868680" cy="868680"/>
          </a:xfrm>
          <a:prstGeom prst="rect">
            <a:avLst/>
          </a:prstGeom>
          <a:noFill/>
          <a:ln/>
        </p:spPr>
        <p:txBody>
          <a:bodyPr wrap="square" rtlCol="0" anchor="ctr"/>
          <a:lstStyle/>
          <a:p>
            <a:endParaRPr lang="en-US"/>
          </a:p>
        </p:txBody>
      </p:sp>
      <p:sp>
        <p:nvSpPr>
          <p:cNvPr id="15" name="Member 5"/>
          <p:cNvSpPr>
            <a:spLocks noGrp="1"/>
          </p:cNvSpPr>
          <p:nvPr>
            <p:ph idx="113" type="body" hasCustomPrompt="1"/>
          </p:nvPr>
        </p:nvSpPr>
        <p:spPr>
          <a:xfrm>
            <a:off x="457200" y="3840480"/>
            <a:ext cx="1851660" cy="548640"/>
          </a:xfrm>
          <a:prstGeom prst="rect">
            <a:avLst/>
          </a:prstGeom>
          <a:noFill/>
          <a:ln/>
        </p:spPr>
        <p:txBody>
          <a:bodyPr wrap="square" rtlCol="0" lIns="0" tIns="0" rIns="0" bIns="0" anchor="t">
            <a:normAutofit/>
          </a:bodyPr>
          <a:lstStyle>
            <a:lvl1pPr algn="l" indent="0" marL="0">
              <a:lnSpc>
                <a:spcPct val="90000"/>
              </a:lnSpc>
              <a:spcBef>
                <a:spcPts val="0"/>
              </a:spcBef>
              <a:spcAft>
                <a:spcPts val="0"/>
              </a:spcAft>
              <a:buNone/>
              <a:defRPr lang="en-US" sz="1600" b="1" dirty="0">
                <a:solidFill>
                  <a:srgbClr val="003976"/>
                </a:solidFill>
                <a:latin typeface="Source Sans 3" pitchFamily="34" charset="0"/>
                <a:ea typeface="Source Sans 3" pitchFamily="34" charset="-122"/>
                <a:cs typeface="Source Sans 3" pitchFamily="34" charset="-120"/>
              </a:defRPr>
            </a:lvl1pPr>
            <a:lvl2pPr algn="l" indent="0" marL="0">
              <a:lnSpc>
                <a:spcPct val="92000"/>
              </a:lnSpc>
              <a:spcBef>
                <a:spcPts val="0"/>
              </a:spcBef>
              <a:spcAft>
                <a:spcPts val="0"/>
              </a:spcAft>
              <a:buNone/>
              <a:defRPr lang="en-US" sz="1400" dirty="0">
                <a:solidFill>
                  <a:srgbClr val="4A5868"/>
                </a:solidFill>
                <a:latin typeface="Source Sans 3" pitchFamily="34" charset="0"/>
                <a:ea typeface="Source Sans 3" pitchFamily="34" charset="-122"/>
                <a:cs typeface="Source Sans 3" pitchFamily="34" charset="-120"/>
              </a:defRPr>
            </a:lvl2pPr>
            <a:lvl3pPr algn="l" indent="0" marL="0">
              <a:lnSpc>
                <a:spcPct val="92000"/>
              </a:lnSpc>
              <a:spcBef>
                <a:spcPts val="0"/>
              </a:spcBef>
              <a:spcAft>
                <a:spcPts val="0"/>
              </a:spcAft>
              <a:buNone/>
              <a:defRPr lang="en-US" sz="1400" dirty="0">
                <a:solidFill>
                  <a:srgbClr val="4A5868"/>
                </a:solidFill>
                <a:latin typeface="Source Sans 3" pitchFamily="34" charset="0"/>
                <a:ea typeface="Source Sans 3" pitchFamily="34" charset="-122"/>
                <a:cs typeface="Source Sans 3" pitchFamily="34" charset="-120"/>
              </a:defRPr>
            </a:lvl3pPr>
            <a:lvl4pPr algn="l" indent="0" marL="0">
              <a:lnSpc>
                <a:spcPct val="92000"/>
              </a:lnSpc>
              <a:spcBef>
                <a:spcPts val="0"/>
              </a:spcBef>
              <a:spcAft>
                <a:spcPts val="0"/>
              </a:spcAft>
              <a:buNone/>
              <a:defRPr lang="en-US" sz="1400" dirty="0">
                <a:solidFill>
                  <a:srgbClr val="4A5868"/>
                </a:solidFill>
                <a:latin typeface="Source Sans 3" pitchFamily="34" charset="0"/>
                <a:ea typeface="Source Sans 3" pitchFamily="34" charset="-122"/>
                <a:cs typeface="Source Sans 3" pitchFamily="34" charset="-120"/>
              </a:defRPr>
            </a:lvl4pPr>
            <a:lvl5pPr algn="l" indent="0" marL="0">
              <a:lnSpc>
                <a:spcPct val="92000"/>
              </a:lnSpc>
              <a:spcBef>
                <a:spcPts val="0"/>
              </a:spcBef>
              <a:spcAft>
                <a:spcPts val="0"/>
              </a:spcAft>
              <a:buNone/>
              <a:defRPr lang="en-US" sz="1400" dirty="0">
                <a:solidFill>
                  <a:srgbClr val="4A5868"/>
                </a:solidFill>
                <a:latin typeface="Source Sans 3" pitchFamily="34" charset="0"/>
                <a:ea typeface="Source Sans 3" pitchFamily="34" charset="-122"/>
                <a:cs typeface="Source Sans 3" pitchFamily="34" charset="-120"/>
              </a:defRPr>
            </a:lvl5pPr>
          </a:lstStyle>
          <a:p>
            <a:pPr algn="l" indent="0" marL="0">
              <a:lnSpc>
                <a:spcPct val="90000"/>
              </a:lnSpc>
              <a:buNone/>
            </a:pPr>
            <a:r>
              <a:rPr lang="en-US" sz="1600" b="1" dirty="0">
                <a:solidFill>
                  <a:srgbClr val="003976"/>
                </a:solidFill>
                <a:latin typeface="Source Sans 3" pitchFamily="34" charset="0"/>
                <a:ea typeface="Source Sans 3" pitchFamily="34" charset="-122"/>
                <a:cs typeface="Source Sans 3" pitchFamily="34" charset="-120"/>
              </a:rPr>
              <a:t>Name</a:t>
            </a:r>
            <a:endParaRPr lang="en-US" sz="1600" dirty="0"/>
          </a:p>
          <a:p>
            <a:pPr algn="l" indent="0" marL="0">
              <a:lnSpc>
                <a:spcPct val="90000"/>
              </a:lnSpc>
              <a:buNone/>
            </a:pPr>
            <a:r>
              <a:rPr lang="en-US" sz="1600" b="1" dirty="0">
                <a:solidFill>
                  <a:srgbClr val="003976"/>
                </a:solidFill>
                <a:latin typeface="Source Sans 3" pitchFamily="34" charset="0"/>
                <a:ea typeface="Source Sans 3" pitchFamily="34" charset="-122"/>
                <a:cs typeface="Source Sans 3" pitchFamily="34" charset="-120"/>
              </a:rPr>
              <a:t>Role</a:t>
            </a:r>
            <a:endParaRPr lang="en-US" sz="1600" dirty="0"/>
          </a:p>
        </p:txBody>
      </p:sp>
      <p:sp>
        <p:nvSpPr>
          <p:cNvPr id="16" name="Photo 6"/>
          <p:cNvSpPr>
            <a:spLocks noGrp="1"/>
          </p:cNvSpPr>
          <p:nvPr>
            <p:ph idx="114" hasCustomPrompt="1" type="pic"/>
          </p:nvPr>
        </p:nvSpPr>
        <p:spPr>
          <a:xfrm>
            <a:off x="2583180" y="2898648"/>
            <a:ext cx="868680" cy="868680"/>
          </a:xfrm>
          <a:prstGeom prst="rect">
            <a:avLst/>
          </a:prstGeom>
          <a:noFill/>
          <a:ln/>
        </p:spPr>
        <p:txBody>
          <a:bodyPr wrap="square" rtlCol="0" anchor="ctr"/>
          <a:lstStyle/>
          <a:p>
            <a:endParaRPr lang="en-US"/>
          </a:p>
        </p:txBody>
      </p:sp>
      <p:sp>
        <p:nvSpPr>
          <p:cNvPr id="17" name="Member 6"/>
          <p:cNvSpPr>
            <a:spLocks noGrp="1"/>
          </p:cNvSpPr>
          <p:nvPr>
            <p:ph idx="115" type="body" hasCustomPrompt="1"/>
          </p:nvPr>
        </p:nvSpPr>
        <p:spPr>
          <a:xfrm>
            <a:off x="2583180" y="3840480"/>
            <a:ext cx="1851660" cy="548640"/>
          </a:xfrm>
          <a:prstGeom prst="rect">
            <a:avLst/>
          </a:prstGeom>
          <a:noFill/>
          <a:ln/>
        </p:spPr>
        <p:txBody>
          <a:bodyPr wrap="square" rtlCol="0" lIns="0" tIns="0" rIns="0" bIns="0" anchor="t">
            <a:normAutofit/>
          </a:bodyPr>
          <a:lstStyle>
            <a:lvl1pPr algn="l" indent="0" marL="0">
              <a:lnSpc>
                <a:spcPct val="90000"/>
              </a:lnSpc>
              <a:spcBef>
                <a:spcPts val="0"/>
              </a:spcBef>
              <a:spcAft>
                <a:spcPts val="0"/>
              </a:spcAft>
              <a:buNone/>
              <a:defRPr lang="en-US" sz="1600" b="1" dirty="0">
                <a:solidFill>
                  <a:srgbClr val="003976"/>
                </a:solidFill>
                <a:latin typeface="Source Sans 3" pitchFamily="34" charset="0"/>
                <a:ea typeface="Source Sans 3" pitchFamily="34" charset="-122"/>
                <a:cs typeface="Source Sans 3" pitchFamily="34" charset="-120"/>
              </a:defRPr>
            </a:lvl1pPr>
            <a:lvl2pPr algn="l" indent="0" marL="0">
              <a:lnSpc>
                <a:spcPct val="92000"/>
              </a:lnSpc>
              <a:spcBef>
                <a:spcPts val="0"/>
              </a:spcBef>
              <a:spcAft>
                <a:spcPts val="0"/>
              </a:spcAft>
              <a:buNone/>
              <a:defRPr lang="en-US" sz="1400" dirty="0">
                <a:solidFill>
                  <a:srgbClr val="4A5868"/>
                </a:solidFill>
                <a:latin typeface="Source Sans 3" pitchFamily="34" charset="0"/>
                <a:ea typeface="Source Sans 3" pitchFamily="34" charset="-122"/>
                <a:cs typeface="Source Sans 3" pitchFamily="34" charset="-120"/>
              </a:defRPr>
            </a:lvl2pPr>
            <a:lvl3pPr algn="l" indent="0" marL="0">
              <a:lnSpc>
                <a:spcPct val="92000"/>
              </a:lnSpc>
              <a:spcBef>
                <a:spcPts val="0"/>
              </a:spcBef>
              <a:spcAft>
                <a:spcPts val="0"/>
              </a:spcAft>
              <a:buNone/>
              <a:defRPr lang="en-US" sz="1400" dirty="0">
                <a:solidFill>
                  <a:srgbClr val="4A5868"/>
                </a:solidFill>
                <a:latin typeface="Source Sans 3" pitchFamily="34" charset="0"/>
                <a:ea typeface="Source Sans 3" pitchFamily="34" charset="-122"/>
                <a:cs typeface="Source Sans 3" pitchFamily="34" charset="-120"/>
              </a:defRPr>
            </a:lvl3pPr>
            <a:lvl4pPr algn="l" indent="0" marL="0">
              <a:lnSpc>
                <a:spcPct val="92000"/>
              </a:lnSpc>
              <a:spcBef>
                <a:spcPts val="0"/>
              </a:spcBef>
              <a:spcAft>
                <a:spcPts val="0"/>
              </a:spcAft>
              <a:buNone/>
              <a:defRPr lang="en-US" sz="1400" dirty="0">
                <a:solidFill>
                  <a:srgbClr val="4A5868"/>
                </a:solidFill>
                <a:latin typeface="Source Sans 3" pitchFamily="34" charset="0"/>
                <a:ea typeface="Source Sans 3" pitchFamily="34" charset="-122"/>
                <a:cs typeface="Source Sans 3" pitchFamily="34" charset="-120"/>
              </a:defRPr>
            </a:lvl4pPr>
            <a:lvl5pPr algn="l" indent="0" marL="0">
              <a:lnSpc>
                <a:spcPct val="92000"/>
              </a:lnSpc>
              <a:spcBef>
                <a:spcPts val="0"/>
              </a:spcBef>
              <a:spcAft>
                <a:spcPts val="0"/>
              </a:spcAft>
              <a:buNone/>
              <a:defRPr lang="en-US" sz="1400" dirty="0">
                <a:solidFill>
                  <a:srgbClr val="4A5868"/>
                </a:solidFill>
                <a:latin typeface="Source Sans 3" pitchFamily="34" charset="0"/>
                <a:ea typeface="Source Sans 3" pitchFamily="34" charset="-122"/>
                <a:cs typeface="Source Sans 3" pitchFamily="34" charset="-120"/>
              </a:defRPr>
            </a:lvl5pPr>
          </a:lstStyle>
          <a:p>
            <a:pPr algn="l" indent="0" marL="0">
              <a:lnSpc>
                <a:spcPct val="90000"/>
              </a:lnSpc>
              <a:buNone/>
            </a:pPr>
            <a:r>
              <a:rPr lang="en-US" sz="1600" b="1" dirty="0">
                <a:solidFill>
                  <a:srgbClr val="003976"/>
                </a:solidFill>
                <a:latin typeface="Source Sans 3" pitchFamily="34" charset="0"/>
                <a:ea typeface="Source Sans 3" pitchFamily="34" charset="-122"/>
                <a:cs typeface="Source Sans 3" pitchFamily="34" charset="-120"/>
              </a:rPr>
              <a:t>Name</a:t>
            </a:r>
            <a:endParaRPr lang="en-US" sz="1600" dirty="0"/>
          </a:p>
          <a:p>
            <a:pPr algn="l" indent="0" marL="0">
              <a:lnSpc>
                <a:spcPct val="90000"/>
              </a:lnSpc>
              <a:buNone/>
            </a:pPr>
            <a:r>
              <a:rPr lang="en-US" sz="1600" b="1" dirty="0">
                <a:solidFill>
                  <a:srgbClr val="003976"/>
                </a:solidFill>
                <a:latin typeface="Source Sans 3" pitchFamily="34" charset="0"/>
                <a:ea typeface="Source Sans 3" pitchFamily="34" charset="-122"/>
                <a:cs typeface="Source Sans 3" pitchFamily="34" charset="-120"/>
              </a:rPr>
              <a:t>Role</a:t>
            </a:r>
            <a:endParaRPr lang="en-US" sz="1600" dirty="0"/>
          </a:p>
        </p:txBody>
      </p:sp>
      <p:sp>
        <p:nvSpPr>
          <p:cNvPr id="18" name="Photo 7"/>
          <p:cNvSpPr>
            <a:spLocks noGrp="1"/>
          </p:cNvSpPr>
          <p:nvPr>
            <p:ph idx="116" hasCustomPrompt="1" type="pic"/>
          </p:nvPr>
        </p:nvSpPr>
        <p:spPr>
          <a:xfrm>
            <a:off x="4709160" y="2898648"/>
            <a:ext cx="868680" cy="868680"/>
          </a:xfrm>
          <a:prstGeom prst="rect">
            <a:avLst/>
          </a:prstGeom>
          <a:noFill/>
          <a:ln/>
        </p:spPr>
        <p:txBody>
          <a:bodyPr wrap="square" rtlCol="0" anchor="ctr"/>
          <a:lstStyle/>
          <a:p>
            <a:endParaRPr lang="en-US"/>
          </a:p>
        </p:txBody>
      </p:sp>
      <p:sp>
        <p:nvSpPr>
          <p:cNvPr id="19" name="Member 7"/>
          <p:cNvSpPr>
            <a:spLocks noGrp="1"/>
          </p:cNvSpPr>
          <p:nvPr>
            <p:ph idx="117" type="body" hasCustomPrompt="1"/>
          </p:nvPr>
        </p:nvSpPr>
        <p:spPr>
          <a:xfrm>
            <a:off x="4709160" y="3840480"/>
            <a:ext cx="1851660" cy="548640"/>
          </a:xfrm>
          <a:prstGeom prst="rect">
            <a:avLst/>
          </a:prstGeom>
          <a:noFill/>
          <a:ln/>
        </p:spPr>
        <p:txBody>
          <a:bodyPr wrap="square" rtlCol="0" lIns="0" tIns="0" rIns="0" bIns="0" anchor="t">
            <a:normAutofit/>
          </a:bodyPr>
          <a:lstStyle>
            <a:lvl1pPr algn="l" indent="0" marL="0">
              <a:lnSpc>
                <a:spcPct val="90000"/>
              </a:lnSpc>
              <a:spcBef>
                <a:spcPts val="0"/>
              </a:spcBef>
              <a:spcAft>
                <a:spcPts val="0"/>
              </a:spcAft>
              <a:buNone/>
              <a:defRPr lang="en-US" sz="1600" b="1" dirty="0">
                <a:solidFill>
                  <a:srgbClr val="003976"/>
                </a:solidFill>
                <a:latin typeface="Source Sans 3" pitchFamily="34" charset="0"/>
                <a:ea typeface="Source Sans 3" pitchFamily="34" charset="-122"/>
                <a:cs typeface="Source Sans 3" pitchFamily="34" charset="-120"/>
              </a:defRPr>
            </a:lvl1pPr>
            <a:lvl2pPr algn="l" indent="0" marL="0">
              <a:lnSpc>
                <a:spcPct val="92000"/>
              </a:lnSpc>
              <a:spcBef>
                <a:spcPts val="0"/>
              </a:spcBef>
              <a:spcAft>
                <a:spcPts val="0"/>
              </a:spcAft>
              <a:buNone/>
              <a:defRPr lang="en-US" sz="1400" dirty="0">
                <a:solidFill>
                  <a:srgbClr val="4A5868"/>
                </a:solidFill>
                <a:latin typeface="Source Sans 3" pitchFamily="34" charset="0"/>
                <a:ea typeface="Source Sans 3" pitchFamily="34" charset="-122"/>
                <a:cs typeface="Source Sans 3" pitchFamily="34" charset="-120"/>
              </a:defRPr>
            </a:lvl2pPr>
            <a:lvl3pPr algn="l" indent="0" marL="0">
              <a:lnSpc>
                <a:spcPct val="92000"/>
              </a:lnSpc>
              <a:spcBef>
                <a:spcPts val="0"/>
              </a:spcBef>
              <a:spcAft>
                <a:spcPts val="0"/>
              </a:spcAft>
              <a:buNone/>
              <a:defRPr lang="en-US" sz="1400" dirty="0">
                <a:solidFill>
                  <a:srgbClr val="4A5868"/>
                </a:solidFill>
                <a:latin typeface="Source Sans 3" pitchFamily="34" charset="0"/>
                <a:ea typeface="Source Sans 3" pitchFamily="34" charset="-122"/>
                <a:cs typeface="Source Sans 3" pitchFamily="34" charset="-120"/>
              </a:defRPr>
            </a:lvl3pPr>
            <a:lvl4pPr algn="l" indent="0" marL="0">
              <a:lnSpc>
                <a:spcPct val="92000"/>
              </a:lnSpc>
              <a:spcBef>
                <a:spcPts val="0"/>
              </a:spcBef>
              <a:spcAft>
                <a:spcPts val="0"/>
              </a:spcAft>
              <a:buNone/>
              <a:defRPr lang="en-US" sz="1400" dirty="0">
                <a:solidFill>
                  <a:srgbClr val="4A5868"/>
                </a:solidFill>
                <a:latin typeface="Source Sans 3" pitchFamily="34" charset="0"/>
                <a:ea typeface="Source Sans 3" pitchFamily="34" charset="-122"/>
                <a:cs typeface="Source Sans 3" pitchFamily="34" charset="-120"/>
              </a:defRPr>
            </a:lvl4pPr>
            <a:lvl5pPr algn="l" indent="0" marL="0">
              <a:lnSpc>
                <a:spcPct val="92000"/>
              </a:lnSpc>
              <a:spcBef>
                <a:spcPts val="0"/>
              </a:spcBef>
              <a:spcAft>
                <a:spcPts val="0"/>
              </a:spcAft>
              <a:buNone/>
              <a:defRPr lang="en-US" sz="1400" dirty="0">
                <a:solidFill>
                  <a:srgbClr val="4A5868"/>
                </a:solidFill>
                <a:latin typeface="Source Sans 3" pitchFamily="34" charset="0"/>
                <a:ea typeface="Source Sans 3" pitchFamily="34" charset="-122"/>
                <a:cs typeface="Source Sans 3" pitchFamily="34" charset="-120"/>
              </a:defRPr>
            </a:lvl5pPr>
          </a:lstStyle>
          <a:p>
            <a:pPr algn="l" indent="0" marL="0">
              <a:lnSpc>
                <a:spcPct val="90000"/>
              </a:lnSpc>
              <a:buNone/>
            </a:pPr>
            <a:r>
              <a:rPr lang="en-US" sz="1600" b="1" dirty="0">
                <a:solidFill>
                  <a:srgbClr val="003976"/>
                </a:solidFill>
                <a:latin typeface="Source Sans 3" pitchFamily="34" charset="0"/>
                <a:ea typeface="Source Sans 3" pitchFamily="34" charset="-122"/>
                <a:cs typeface="Source Sans 3" pitchFamily="34" charset="-120"/>
              </a:rPr>
              <a:t>Name</a:t>
            </a:r>
            <a:endParaRPr lang="en-US" sz="1600" dirty="0"/>
          </a:p>
          <a:p>
            <a:pPr algn="l" indent="0" marL="0">
              <a:lnSpc>
                <a:spcPct val="90000"/>
              </a:lnSpc>
              <a:buNone/>
            </a:pPr>
            <a:r>
              <a:rPr lang="en-US" sz="1600" b="1" dirty="0">
                <a:solidFill>
                  <a:srgbClr val="003976"/>
                </a:solidFill>
                <a:latin typeface="Source Sans 3" pitchFamily="34" charset="0"/>
                <a:ea typeface="Source Sans 3" pitchFamily="34" charset="-122"/>
                <a:cs typeface="Source Sans 3" pitchFamily="34" charset="-120"/>
              </a:rPr>
              <a:t>Role</a:t>
            </a:r>
            <a:endParaRPr lang="en-US" sz="1600" dirty="0"/>
          </a:p>
        </p:txBody>
      </p:sp>
      <p:sp>
        <p:nvSpPr>
          <p:cNvPr id="20" name="Photo 8"/>
          <p:cNvSpPr>
            <a:spLocks noGrp="1"/>
          </p:cNvSpPr>
          <p:nvPr>
            <p:ph idx="118" hasCustomPrompt="1" type="pic"/>
          </p:nvPr>
        </p:nvSpPr>
        <p:spPr>
          <a:xfrm>
            <a:off x="6835140" y="2898648"/>
            <a:ext cx="868680" cy="868680"/>
          </a:xfrm>
          <a:prstGeom prst="rect">
            <a:avLst/>
          </a:prstGeom>
          <a:noFill/>
          <a:ln/>
        </p:spPr>
        <p:txBody>
          <a:bodyPr wrap="square" rtlCol="0" anchor="ctr"/>
          <a:lstStyle/>
          <a:p>
            <a:endParaRPr lang="en-US"/>
          </a:p>
        </p:txBody>
      </p:sp>
      <p:sp>
        <p:nvSpPr>
          <p:cNvPr id="21" name="Member 8"/>
          <p:cNvSpPr>
            <a:spLocks noGrp="1"/>
          </p:cNvSpPr>
          <p:nvPr>
            <p:ph idx="119" type="body" hasCustomPrompt="1"/>
          </p:nvPr>
        </p:nvSpPr>
        <p:spPr>
          <a:xfrm>
            <a:off x="6835140" y="3840480"/>
            <a:ext cx="1851660" cy="548640"/>
          </a:xfrm>
          <a:prstGeom prst="rect">
            <a:avLst/>
          </a:prstGeom>
          <a:noFill/>
          <a:ln/>
        </p:spPr>
        <p:txBody>
          <a:bodyPr wrap="square" rtlCol="0" lIns="0" tIns="0" rIns="0" bIns="0" anchor="t">
            <a:normAutofit/>
          </a:bodyPr>
          <a:lstStyle>
            <a:lvl1pPr algn="l" indent="0" marL="0">
              <a:lnSpc>
                <a:spcPct val="90000"/>
              </a:lnSpc>
              <a:spcBef>
                <a:spcPts val="0"/>
              </a:spcBef>
              <a:spcAft>
                <a:spcPts val="0"/>
              </a:spcAft>
              <a:buNone/>
              <a:defRPr lang="en-US" sz="1600" b="1" dirty="0">
                <a:solidFill>
                  <a:srgbClr val="003976"/>
                </a:solidFill>
                <a:latin typeface="Source Sans 3" pitchFamily="34" charset="0"/>
                <a:ea typeface="Source Sans 3" pitchFamily="34" charset="-122"/>
                <a:cs typeface="Source Sans 3" pitchFamily="34" charset="-120"/>
              </a:defRPr>
            </a:lvl1pPr>
            <a:lvl2pPr algn="l" indent="0" marL="0">
              <a:lnSpc>
                <a:spcPct val="92000"/>
              </a:lnSpc>
              <a:spcBef>
                <a:spcPts val="0"/>
              </a:spcBef>
              <a:spcAft>
                <a:spcPts val="0"/>
              </a:spcAft>
              <a:buNone/>
              <a:defRPr lang="en-US" sz="1400" dirty="0">
                <a:solidFill>
                  <a:srgbClr val="4A5868"/>
                </a:solidFill>
                <a:latin typeface="Source Sans 3" pitchFamily="34" charset="0"/>
                <a:ea typeface="Source Sans 3" pitchFamily="34" charset="-122"/>
                <a:cs typeface="Source Sans 3" pitchFamily="34" charset="-120"/>
              </a:defRPr>
            </a:lvl2pPr>
            <a:lvl3pPr algn="l" indent="0" marL="0">
              <a:lnSpc>
                <a:spcPct val="92000"/>
              </a:lnSpc>
              <a:spcBef>
                <a:spcPts val="0"/>
              </a:spcBef>
              <a:spcAft>
                <a:spcPts val="0"/>
              </a:spcAft>
              <a:buNone/>
              <a:defRPr lang="en-US" sz="1400" dirty="0">
                <a:solidFill>
                  <a:srgbClr val="4A5868"/>
                </a:solidFill>
                <a:latin typeface="Source Sans 3" pitchFamily="34" charset="0"/>
                <a:ea typeface="Source Sans 3" pitchFamily="34" charset="-122"/>
                <a:cs typeface="Source Sans 3" pitchFamily="34" charset="-120"/>
              </a:defRPr>
            </a:lvl3pPr>
            <a:lvl4pPr algn="l" indent="0" marL="0">
              <a:lnSpc>
                <a:spcPct val="92000"/>
              </a:lnSpc>
              <a:spcBef>
                <a:spcPts val="0"/>
              </a:spcBef>
              <a:spcAft>
                <a:spcPts val="0"/>
              </a:spcAft>
              <a:buNone/>
              <a:defRPr lang="en-US" sz="1400" dirty="0">
                <a:solidFill>
                  <a:srgbClr val="4A5868"/>
                </a:solidFill>
                <a:latin typeface="Source Sans 3" pitchFamily="34" charset="0"/>
                <a:ea typeface="Source Sans 3" pitchFamily="34" charset="-122"/>
                <a:cs typeface="Source Sans 3" pitchFamily="34" charset="-120"/>
              </a:defRPr>
            </a:lvl4pPr>
            <a:lvl5pPr algn="l" indent="0" marL="0">
              <a:lnSpc>
                <a:spcPct val="92000"/>
              </a:lnSpc>
              <a:spcBef>
                <a:spcPts val="0"/>
              </a:spcBef>
              <a:spcAft>
                <a:spcPts val="0"/>
              </a:spcAft>
              <a:buNone/>
              <a:defRPr lang="en-US" sz="1400" dirty="0">
                <a:solidFill>
                  <a:srgbClr val="4A5868"/>
                </a:solidFill>
                <a:latin typeface="Source Sans 3" pitchFamily="34" charset="0"/>
                <a:ea typeface="Source Sans 3" pitchFamily="34" charset="-122"/>
                <a:cs typeface="Source Sans 3" pitchFamily="34" charset="-120"/>
              </a:defRPr>
            </a:lvl5pPr>
          </a:lstStyle>
          <a:p>
            <a:pPr algn="l" indent="0" marL="0">
              <a:lnSpc>
                <a:spcPct val="90000"/>
              </a:lnSpc>
              <a:buNone/>
            </a:pPr>
            <a:r>
              <a:rPr lang="en-US" sz="1600" b="1" dirty="0">
                <a:solidFill>
                  <a:srgbClr val="003976"/>
                </a:solidFill>
                <a:latin typeface="Source Sans 3" pitchFamily="34" charset="0"/>
                <a:ea typeface="Source Sans 3" pitchFamily="34" charset="-122"/>
                <a:cs typeface="Source Sans 3" pitchFamily="34" charset="-120"/>
              </a:rPr>
              <a:t>Name</a:t>
            </a:r>
            <a:endParaRPr lang="en-US" sz="1600" dirty="0"/>
          </a:p>
          <a:p>
            <a:pPr algn="l" indent="0" marL="0">
              <a:lnSpc>
                <a:spcPct val="90000"/>
              </a:lnSpc>
              <a:buNone/>
            </a:pPr>
            <a:r>
              <a:rPr lang="en-US" sz="1600" b="1" dirty="0">
                <a:solidFill>
                  <a:srgbClr val="003976"/>
                </a:solidFill>
                <a:latin typeface="Source Sans 3" pitchFamily="34" charset="0"/>
                <a:ea typeface="Source Sans 3" pitchFamily="34" charset="-122"/>
                <a:cs typeface="Source Sans 3" pitchFamily="34" charset="-120"/>
              </a:rPr>
              <a:t>Role</a:t>
            </a:r>
            <a:endParaRPr lang="en-US" sz="1600" dirty="0"/>
          </a:p>
        </p:txBody>
      </p:sp>
      <p:sp>
        <p:nvSpPr>
          <p:cNvPr id="22" name="Shape 1"/>
          <p:cNvSpPr/>
          <p:nvPr/>
        </p:nvSpPr>
        <p:spPr>
          <a:xfrm>
            <a:off x="457200" y="4590288"/>
            <a:ext cx="8229600" cy="0"/>
          </a:xfrm>
          <a:prstGeom prst="line">
            <a:avLst/>
          </a:prstGeom>
          <a:noFill/>
          <a:ln w="9525">
            <a:solidFill>
              <a:srgbClr val="D6DEE8"/>
            </a:solidFill>
            <a:prstDash val="solid"/>
          </a:ln>
        </p:spPr>
      </p:sp>
      <p:sp>
        <p:nvSpPr>
          <p:cNvPr id="23" name="Text 2"/>
          <p:cNvSpPr txBox="1"/>
          <p:nvPr/>
        </p:nvSpPr>
        <p:spPr>
          <a:xfrm>
            <a:off x="457200" y="4663440"/>
            <a:ext cx="6675120" cy="274320"/>
          </a:xfrm>
          <a:prstGeom prst="rect">
            <a:avLst/>
          </a:prstGeom>
          <a:noFill/>
          <a:ln/>
        </p:spPr>
        <p:txBody>
          <a:bodyPr wrap="square" lIns="0" tIns="0" rIns="0" bIns="0" rtlCol="0" anchor="ctr"/>
          <a:lstStyle/>
          <a:p>
            <a:pPr algn="l" indent="0" marL="0">
              <a:buNone/>
            </a:pPr>
            <a:r>
              <a:rPr lang="en-US" sz="1400" dirty="0">
                <a:solidFill>
                  <a:srgbClr val="4A5868"/>
                </a:solidFill>
                <a:latin typeface="Source Sans 3" pitchFamily="34" charset="0"/>
                <a:ea typeface="Source Sans 3" pitchFamily="34" charset="-122"/>
                <a:cs typeface="Source Sans 3" pitchFamily="34" charset="-120"/>
              </a:rPr>
              <a:t>Advanced Telerobotics Research Lab  ·  Kent State University</a:t>
            </a:r>
            <a:endParaRPr lang="en-US" sz="1400" dirty="0"/>
          </a:p>
        </p:txBody>
      </p:sp>
      <p:sp>
        <p:nvSpPr>
          <p:cNvPr id="24" name="Text 3"/>
          <p:cNvSpPr txBox="1"/>
          <p:nvPr/>
        </p:nvSpPr>
        <p:spPr>
          <a:xfrm>
            <a:off x="7315200" y="4663440"/>
            <a:ext cx="1371600" cy="274320"/>
          </a:xfrm>
          <a:prstGeom prst="rect">
            <a:avLst/>
          </a:prstGeom>
          <a:noFill/>
          <a:ln/>
        </p:spPr>
        <p:txBody>
          <a:bodyPr wrap="square" lIns="0" tIns="0" rIns="0" bIns="0" rtlCol="0" anchor="ctr"/>
          <a:lstStyle/>
          <a:p>
            <a:pPr algn="r" indent="0" marL="0">
              <a:buNone/>
            </a:pPr>
            <a:fld id="{5A14C0BD-477C-45DF-B770-35B8E4F35D33}" type="slidenum">
              <a:rPr lang="en-US" sz="1400" dirty="0">
                <a:solidFill>
                  <a:srgbClr val="003976"/>
                </a:solidFill>
                <a:latin typeface="Source Code Pro" pitchFamily="34" charset="0"/>
                <a:ea typeface="Source Code Pro" pitchFamily="34" charset="-122"/>
                <a:cs typeface="Source Code Pro" pitchFamily="34" charset="-120"/>
              </a:rPr>
              <a:t>‹#›</a:t>
            </a:fld>
            <a:endParaRPr lang="en-US" sz="1400" dirty="0"/>
          </a:p>
        </p:txBody>
      </p:sp>
      <p:sp>
        <p:nvSpPr>
          <p:cNvPr id="25" name="Slide Number Placeholder"/>
          <p:cNvSpPr>
            <a:spLocks noGrp="1"/>
          </p:cNvSpPr>
          <p:nvPr>
            <p:ph type="sldNum" sz="quarter" idx="12"/>
          </p:nvPr>
        </p:nvSpPr>
        <p:spPr>
          <a:xfrm>
            <a:off x="7315200" y="4663440"/>
            <a:ext cx="1371600" cy="274320"/>
          </a:xfrm>
          <a:prstGeom prst="rect">
            <a:avLst/>
          </a:prstGeom>
        </p:spPr>
        <p:txBody>
          <a:bodyPr wrap="square" lIns="0" tIns="0" rIns="0" bIns="0" rtlCol="0" anchor="ctr"/>
          <a:lstStyle>
            <a:lvl1pPr algn="r">
              <a:lnSpc>
                <a:spcPts val="1800"/>
              </a:lnSpc>
              <a:buNone/>
              <a:defRPr sz="1400" kern="1200" lang="en-US" dirty="0">
                <a:solidFill>
                  <a:srgbClr val="003976"/>
                </a:solidFill>
                <a:latin typeface="Source Code Pro" pitchFamily="34" charset="0"/>
                <a:ea typeface="Source Code Pro" pitchFamily="34" charset="-122"/>
                <a:cs typeface="Source Code Pro" pitchFamily="34" charset="-120"/>
              </a:defRPr>
            </a:lvl1pPr>
          </a:lstStyle>
          <a:p>
            <a:fld id="{90508BC3-D755-4AEA-88B4-D35EC144BBE5}" type="slidenum">
              <a:rPr sz="1400" kern="1200" lang="en-US" dirty="0">
                <a:solidFill>
                  <a:srgbClr val="003976"/>
                </a:solidFill>
                <a:latin typeface="Source Code Pro" pitchFamily="34" charset="0"/>
                <a:ea typeface="Source Code Pro" pitchFamily="34" charset="-122"/>
                <a:cs typeface="Source Code Pro" pitchFamily="34" charset="-120"/>
              </a:rPr>
              <a:t>‹#›</a:t>
            </a:fld>
            <a:endParaRPr lang="en-US" sz="1400"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type="cust">
  <p:cSld name="ATR - Video">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66928" cy="566928"/>
          </a:xfrm>
          <a:prstGeom prst="rect">
            <a:avLst/>
          </a:prstGeom>
          <a:solidFill>
            <a:srgbClr val="EFAB00"/>
          </a:solidFill>
          <a:ln w="12700">
            <a:solidFill>
              <a:srgbClr val="EFAB00"/>
            </a:solidFill>
            <a:prstDash val="solid"/>
          </a:ln>
        </p:spPr>
      </p:sp>
      <p:pic>
        <p:nvPicPr>
          <p:cNvPr id="3" name="Image 0" descr="ATR Lab mark">    </p:cNvPr>
          <p:cNvPicPr>
            <a:picLocks noChangeAspect="1"/>
          </p:cNvPicPr>
          <p:nvPr/>
        </p:nvPicPr>
        <p:blipFill>
          <a:blip r:embed="rId1"/>
          <a:stretch>
            <a:fillRect/>
          </a:stretch>
        </p:blipFill>
        <p:spPr>
          <a:xfrm>
            <a:off x="563453" y="484632"/>
            <a:ext cx="354421" cy="365760"/>
          </a:xfrm>
          <a:prstGeom prst="rect">
            <a:avLst/>
          </a:prstGeom>
        </p:spPr>
      </p:pic>
      <p:sp>
        <p:nvSpPr>
          <p:cNvPr id="4" name="eyebrow"/>
          <p:cNvSpPr>
            <a:spLocks noGrp="1"/>
          </p:cNvSpPr>
          <p:nvPr>
            <p:ph idx="102" type="body" hasCustomPrompt="1"/>
          </p:nvPr>
        </p:nvSpPr>
        <p:spPr>
          <a:xfrm>
            <a:off x="1207008" y="329184"/>
            <a:ext cx="7479792" cy="274320"/>
          </a:xfrm>
          <a:prstGeom prst="rect">
            <a:avLst/>
          </a:prstGeom>
          <a:noFill/>
          <a:ln/>
        </p:spPr>
        <p:txBody>
          <a:bodyPr wrap="square" rtlCol="0" lIns="0" tIns="0" rIns="0" bIns="0" anchor="ctr">
            <a:normAutofit/>
          </a:bodyPr>
          <a:lstStyle>
            <a:lvl1pPr algn="l" indent="0" marL="0">
              <a:lnSpc>
                <a:spcPct val="97000"/>
              </a:lnSpc>
              <a:spcBef>
                <a:spcPts val="0"/>
              </a:spcBef>
              <a:spcAft>
                <a:spcPts val="0"/>
              </a:spcAft>
              <a:buNone/>
              <a:defRPr lang="en-US" sz="1400" b="1" spc="250" kern="0" dirty="0">
                <a:solidFill>
                  <a:srgbClr val="8A6100"/>
                </a:solidFill>
                <a:latin typeface="Source Sans 3" pitchFamily="34" charset="0"/>
                <a:ea typeface="Source Sans 3" pitchFamily="34" charset="-122"/>
                <a:cs typeface="Source Sans 3" pitchFamily="34" charset="-120"/>
              </a:defRPr>
            </a:lvl1pPr>
          </a:lstStyle>
          <a:p>
            <a:pPr algn="l" indent="0" marL="0">
              <a:lnSpc>
                <a:spcPct val="97000"/>
              </a:lnSpc>
              <a:buNone/>
            </a:pPr>
            <a:r>
              <a:rPr lang="en-US" sz="1400" b="1" spc="250" kern="0" dirty="0">
                <a:solidFill>
                  <a:srgbClr val="8A6100"/>
                </a:solidFill>
                <a:latin typeface="Source Sans 3" pitchFamily="34" charset="0"/>
                <a:ea typeface="Source Sans 3" pitchFamily="34" charset="-122"/>
                <a:cs typeface="Source Sans 3" pitchFamily="34" charset="-120"/>
              </a:rPr>
              <a:t>SECTION 00  ·  SECTION NAME</a:t>
            </a:r>
            <a:endParaRPr lang="en-US" sz="1400" dirty="0"/>
          </a:p>
        </p:txBody>
      </p:sp>
      <p:sp>
        <p:nvSpPr>
          <p:cNvPr id="5" name="title"/>
          <p:cNvSpPr>
            <a:spLocks noGrp="1"/>
          </p:cNvSpPr>
          <p:nvPr>
            <p:ph idx="103" type="title" hasCustomPrompt="1"/>
          </p:nvPr>
        </p:nvSpPr>
        <p:spPr>
          <a:xfrm>
            <a:off x="1207008" y="566928"/>
            <a:ext cx="7479792" cy="475488"/>
          </a:xfrm>
          <a:prstGeom prst="rect">
            <a:avLst/>
          </a:prstGeom>
          <a:noFill/>
          <a:ln/>
        </p:spPr>
        <p:txBody>
          <a:bodyPr wrap="square" rtlCol="0" lIns="0" tIns="0" rIns="0" bIns="0" anchor="t">
            <a:normAutofit/>
          </a:bodyPr>
          <a:lstStyle>
            <a:lvl1pPr algn="l" indent="0" marL="0">
              <a:lnSpc>
                <a:spcPct val="85000"/>
              </a:lnSpc>
              <a:spcBef>
                <a:spcPts val="0"/>
              </a:spcBef>
              <a:spcAft>
                <a:spcPts val="0"/>
              </a:spcAft>
              <a:buNone/>
              <a:defRPr lang="en-US" sz="3200" b="1" dirty="0">
                <a:solidFill>
                  <a:srgbClr val="003976"/>
                </a:solidFill>
                <a:latin typeface="Source Sans 3" pitchFamily="34" charset="0"/>
                <a:ea typeface="Source Sans 3" pitchFamily="34" charset="-122"/>
                <a:cs typeface="Source Sans 3" pitchFamily="34" charset="-120"/>
              </a:defRPr>
            </a:lvl1pPr>
          </a:lstStyle>
          <a:p>
            <a:pPr algn="l" indent="0" marL="0">
              <a:lnSpc>
                <a:spcPct val="85000"/>
              </a:lnSpc>
              <a:buNone/>
            </a:pPr>
            <a:r>
              <a:rPr lang="en-US" sz="3200" b="1" dirty="0">
                <a:solidFill>
                  <a:srgbClr val="003976"/>
                </a:solidFill>
                <a:latin typeface="Source Sans 3" pitchFamily="34" charset="0"/>
                <a:ea typeface="Source Sans 3" pitchFamily="34" charset="-122"/>
                <a:cs typeface="Source Sans 3" pitchFamily="34" charset="-120"/>
              </a:rPr>
              <a:t>Slide title, one line, sentence case</a:t>
            </a:r>
            <a:endParaRPr lang="en-US" sz="3200" dirty="0"/>
          </a:p>
        </p:txBody>
      </p:sp>
      <p:pic>
        <p:nvPicPr>
          <p:cNvPr id="6" name="Image 1" descr="">    </p:cNvPr>
          <p:cNvPicPr>
            <a:picLocks noChangeAspect="1"/>
          </p:cNvPicPr>
          <p:nvPr/>
        </p:nvPicPr>
        <p:blipFill>
          <a:blip r:embed="rId2"/>
          <a:stretch>
            <a:fillRect/>
          </a:stretch>
        </p:blipFill>
        <p:spPr>
          <a:xfrm>
            <a:off x="457200" y="1298448"/>
            <a:ext cx="4937760" cy="2779776"/>
          </a:xfrm>
          <a:prstGeom prst="rect">
            <a:avLst/>
          </a:prstGeom>
        </p:spPr>
      </p:pic>
      <p:sp>
        <p:nvSpPr>
          <p:cNvPr id="7" name="Media"/>
          <p:cNvSpPr>
            <a:spLocks noGrp="1"/>
          </p:cNvSpPr>
          <p:nvPr>
            <p:ph idx="105" type="media" hasCustomPrompt="1" sz="quarter"/>
          </p:nvPr>
        </p:nvSpPr>
        <p:spPr>
          <a:xfrm>
            <a:off x="457200" y="1298448"/>
            <a:ext cx="4937760" cy="2779776"/>
          </a:xfrm>
          <a:prstGeom prst="rect">
            <a:avLst/>
          </a:prstGeom>
          <a:noFill/>
          <a:ln/>
        </p:spPr>
        <p:txBody>
          <a:bodyPr wrap="square" rtlCol="0" anchor="ctr"/>
          <a:lstStyle/>
          <a:p>
            <a:endParaRPr lang="en-US"/>
          </a:p>
        </p:txBody>
      </p:sp>
      <p:sp>
        <p:nvSpPr>
          <p:cNvPr id="8" name="caption"/>
          <p:cNvSpPr>
            <a:spLocks noGrp="1"/>
          </p:cNvSpPr>
          <p:nvPr>
            <p:ph idx="106" type="body" hasCustomPrompt="1"/>
          </p:nvPr>
        </p:nvSpPr>
        <p:spPr>
          <a:xfrm>
            <a:off x="457200" y="4133088"/>
            <a:ext cx="4937760" cy="274320"/>
          </a:xfrm>
          <a:prstGeom prst="rect">
            <a:avLst/>
          </a:prstGeom>
          <a:noFill/>
          <a:ln/>
        </p:spPr>
        <p:txBody>
          <a:bodyPr wrap="square" rtlCol="0" lIns="0" tIns="0" rIns="0" bIns="0" anchor="ctr"/>
          <a:lstStyle>
            <a:lvl1pPr algn="l" indent="0" marL="0">
              <a:lnSpc>
                <a:spcPts val="1800"/>
              </a:lnSpc>
              <a:spcBef>
                <a:spcPts val="0"/>
              </a:spcBef>
              <a:spcAft>
                <a:spcPts val="0"/>
              </a:spcAft>
              <a:buNone/>
              <a:defRPr lang="en-US" sz="1400" dirty="0">
                <a:solidFill>
                  <a:srgbClr val="4A5868"/>
                </a:solidFill>
                <a:latin typeface="Source Code Pro" pitchFamily="34" charset="0"/>
                <a:ea typeface="Source Code Pro" pitchFamily="34" charset="-122"/>
                <a:cs typeface="Source Code Pro" pitchFamily="34" charset="-120"/>
              </a:defRPr>
            </a:lvl1pPr>
          </a:lstStyle>
          <a:p>
            <a:pPr algn="l" indent="0" marL="0">
              <a:lnSpc>
                <a:spcPts val="1800"/>
              </a:lnSpc>
              <a:buNone/>
            </a:pPr>
            <a:r>
              <a:rPr lang="en-US" sz="1400" dirty="0">
                <a:solidFill>
                  <a:srgbClr val="4A5868"/>
                </a:solidFill>
                <a:latin typeface="Source Code Pro" pitchFamily="34" charset="0"/>
                <a:ea typeface="Source Code Pro" pitchFamily="34" charset="-122"/>
                <a:cs typeface="Source Code Pro" pitchFamily="34" charset="-120"/>
              </a:rPr>
              <a:t>DEMO // [title], [mm:ss], [date recorded]</a:t>
            </a:r>
            <a:endParaRPr lang="en-US" sz="1400" dirty="0"/>
          </a:p>
        </p:txBody>
      </p:sp>
      <p:sp>
        <p:nvSpPr>
          <p:cNvPr id="9" name="Watch for"/>
          <p:cNvSpPr>
            <a:spLocks noGrp="1"/>
          </p:cNvSpPr>
          <p:nvPr>
            <p:ph idx="107" type="body" hasCustomPrompt="1"/>
          </p:nvPr>
        </p:nvSpPr>
        <p:spPr>
          <a:xfrm>
            <a:off x="6126480" y="1298448"/>
            <a:ext cx="2560320" cy="3017520"/>
          </a:xfrm>
          <a:prstGeom prst="rect">
            <a:avLst/>
          </a:prstGeom>
          <a:noFill/>
          <a:ln/>
        </p:spPr>
        <p:txBody>
          <a:bodyPr wrap="square" rtlCol="0" lIns="0" tIns="0" rIns="0" bIns="0" anchor="t">
            <a:normAutofit/>
          </a:bodyPr>
          <a:lstStyle>
            <a:lvl1pPr algn="l" marL="203200" indent="-203200">
              <a:lnSpc>
                <a:spcPct val="101000"/>
              </a:lnSpc>
              <a:spcBef>
                <a:spcPts val="0"/>
              </a:spcBef>
              <a:spcAft>
                <a:spcPts val="800"/>
              </a:spcAft>
              <a:buSzPct val="100000"/>
              <a:buChar char="▸"/>
              <a:defRPr lang="en-US" sz="1800" dirty="0">
                <a:solidFill>
                  <a:srgbClr val="1B2533"/>
                </a:solidFill>
                <a:latin typeface="Source Sans 3" pitchFamily="34" charset="0"/>
                <a:ea typeface="Source Sans 3" pitchFamily="34" charset="-122"/>
                <a:cs typeface="Source Sans 3" pitchFamily="34" charset="-120"/>
              </a:defRPr>
            </a:lvl1pPr>
            <a:lvl2pPr algn="l" marL="406196" indent="-202996">
              <a:lnSpc>
                <a:spcPct val="94000"/>
              </a:lnSpc>
              <a:spcBef>
                <a:spcPts val="0"/>
              </a:spcBef>
              <a:spcAft>
                <a:spcPts val="800"/>
              </a:spcAft>
              <a:buSzPct val="100000"/>
              <a:buFont typeface="Source Sans 3" pitchFamily="34" charset="0"/>
              <a:buChar char="▹"/>
              <a:defRPr lang="en-US" sz="1600" dirty="0">
                <a:solidFill>
                  <a:srgbClr val="4A5868"/>
                </a:solidFill>
                <a:latin typeface="Source Sans 3" pitchFamily="34" charset="0"/>
                <a:ea typeface="Source Sans 3" pitchFamily="34" charset="-122"/>
                <a:cs typeface="Source Sans 3" pitchFamily="34" charset="-120"/>
              </a:defRPr>
            </a:lvl2pPr>
            <a:lvl3pPr algn="l" marL="609193" indent="-202996">
              <a:lnSpc>
                <a:spcPct val="94000"/>
              </a:lnSpc>
              <a:spcBef>
                <a:spcPts val="0"/>
              </a:spcBef>
              <a:spcAft>
                <a:spcPts val="800"/>
              </a:spcAft>
              <a:buSzPct val="100000"/>
              <a:buFont typeface="Source Sans 3" pitchFamily="34" charset="0"/>
              <a:buChar char="▹"/>
              <a:defRPr lang="en-US" sz="1600" dirty="0">
                <a:solidFill>
                  <a:srgbClr val="4A5868"/>
                </a:solidFill>
                <a:latin typeface="Source Sans 3" pitchFamily="34" charset="0"/>
                <a:ea typeface="Source Sans 3" pitchFamily="34" charset="-122"/>
                <a:cs typeface="Source Sans 3" pitchFamily="34" charset="-120"/>
              </a:defRPr>
            </a:lvl3pPr>
            <a:lvl4pPr algn="l" marL="812190" indent="-202996">
              <a:lnSpc>
                <a:spcPct val="94000"/>
              </a:lnSpc>
              <a:spcBef>
                <a:spcPts val="0"/>
              </a:spcBef>
              <a:spcAft>
                <a:spcPts val="800"/>
              </a:spcAft>
              <a:buSzPct val="100000"/>
              <a:buFont typeface="Source Sans 3" pitchFamily="34" charset="0"/>
              <a:buChar char="▹"/>
              <a:defRPr lang="en-US" sz="1600" dirty="0">
                <a:solidFill>
                  <a:srgbClr val="4A5868"/>
                </a:solidFill>
                <a:latin typeface="Source Sans 3" pitchFamily="34" charset="0"/>
                <a:ea typeface="Source Sans 3" pitchFamily="34" charset="-122"/>
                <a:cs typeface="Source Sans 3" pitchFamily="34" charset="-120"/>
              </a:defRPr>
            </a:lvl4pPr>
            <a:lvl5pPr algn="l" marL="1015187" indent="-202996">
              <a:lnSpc>
                <a:spcPct val="94000"/>
              </a:lnSpc>
              <a:spcBef>
                <a:spcPts val="0"/>
              </a:spcBef>
              <a:spcAft>
                <a:spcPts val="800"/>
              </a:spcAft>
              <a:buSzPct val="100000"/>
              <a:buFont typeface="Source Sans 3" pitchFamily="34" charset="0"/>
              <a:buChar char="▹"/>
              <a:defRPr lang="en-US" sz="1600" dirty="0">
                <a:solidFill>
                  <a:srgbClr val="4A5868"/>
                </a:solidFill>
                <a:latin typeface="Source Sans 3" pitchFamily="34" charset="0"/>
                <a:ea typeface="Source Sans 3" pitchFamily="34" charset="-122"/>
                <a:cs typeface="Source Sans 3" pitchFamily="34" charset="-120"/>
              </a:defRPr>
            </a:lvl5pPr>
          </a:lstStyle>
          <a:p>
            <a:pPr algn="l" marL="203200" indent="-203200">
              <a:lnSpc>
                <a:spcPct val="101000"/>
              </a:lnSpc>
              <a:spcAft>
                <a:spcPts val="800"/>
              </a:spcAft>
              <a:buSzPct val="100000"/>
              <a:buChar char="▸"/>
            </a:pPr>
            <a:r>
              <a:rPr lang="en-US" sz="1800" dirty="0">
                <a:solidFill>
                  <a:srgbClr val="1B2533"/>
                </a:solidFill>
                <a:latin typeface="Source Sans 3" pitchFamily="34" charset="0"/>
                <a:ea typeface="Source Sans 3" pitchFamily="34" charset="-122"/>
                <a:cs typeface="Source Sans 3" pitchFamily="34" charset="-120"/>
              </a:rPr>
              <a:t>What to watch for</a:t>
            </a:r>
            <a:endParaRPr lang="en-US" sz="1800" dirty="0"/>
          </a:p>
        </p:txBody>
      </p:sp>
      <p:sp>
        <p:nvSpPr>
          <p:cNvPr id="10" name="Shape 1"/>
          <p:cNvSpPr/>
          <p:nvPr/>
        </p:nvSpPr>
        <p:spPr>
          <a:xfrm>
            <a:off x="457200" y="4590288"/>
            <a:ext cx="8229600" cy="0"/>
          </a:xfrm>
          <a:prstGeom prst="line">
            <a:avLst/>
          </a:prstGeom>
          <a:noFill/>
          <a:ln w="9525">
            <a:solidFill>
              <a:srgbClr val="D6DEE8"/>
            </a:solidFill>
            <a:prstDash val="solid"/>
          </a:ln>
        </p:spPr>
      </p:sp>
      <p:sp>
        <p:nvSpPr>
          <p:cNvPr id="11" name="Text 2"/>
          <p:cNvSpPr txBox="1"/>
          <p:nvPr/>
        </p:nvSpPr>
        <p:spPr>
          <a:xfrm>
            <a:off x="457200" y="4663440"/>
            <a:ext cx="6675120" cy="274320"/>
          </a:xfrm>
          <a:prstGeom prst="rect">
            <a:avLst/>
          </a:prstGeom>
          <a:noFill/>
          <a:ln/>
        </p:spPr>
        <p:txBody>
          <a:bodyPr wrap="square" lIns="0" tIns="0" rIns="0" bIns="0" rtlCol="0" anchor="ctr"/>
          <a:lstStyle/>
          <a:p>
            <a:pPr algn="l" indent="0" marL="0">
              <a:buNone/>
            </a:pPr>
            <a:r>
              <a:rPr lang="en-US" sz="1400" dirty="0">
                <a:solidFill>
                  <a:srgbClr val="4A5868"/>
                </a:solidFill>
                <a:latin typeface="Source Sans 3" pitchFamily="34" charset="0"/>
                <a:ea typeface="Source Sans 3" pitchFamily="34" charset="-122"/>
                <a:cs typeface="Source Sans 3" pitchFamily="34" charset="-120"/>
              </a:rPr>
              <a:t>Advanced Telerobotics Research Lab  ·  Kent State University</a:t>
            </a:r>
            <a:endParaRPr lang="en-US" sz="1400" dirty="0"/>
          </a:p>
        </p:txBody>
      </p:sp>
      <p:sp>
        <p:nvSpPr>
          <p:cNvPr id="12" name="Text 3"/>
          <p:cNvSpPr txBox="1"/>
          <p:nvPr/>
        </p:nvSpPr>
        <p:spPr>
          <a:xfrm>
            <a:off x="7315200" y="4663440"/>
            <a:ext cx="1371600" cy="274320"/>
          </a:xfrm>
          <a:prstGeom prst="rect">
            <a:avLst/>
          </a:prstGeom>
          <a:noFill/>
          <a:ln/>
        </p:spPr>
        <p:txBody>
          <a:bodyPr wrap="square" lIns="0" tIns="0" rIns="0" bIns="0" rtlCol="0" anchor="ctr"/>
          <a:lstStyle/>
          <a:p>
            <a:pPr algn="r" indent="0" marL="0">
              <a:buNone/>
            </a:pPr>
            <a:fld id="{F7FB9A62-A564-4939-8C3C-F62EEFB91C0F}" type="slidenum">
              <a:rPr lang="en-US" sz="1400" dirty="0">
                <a:solidFill>
                  <a:srgbClr val="003976"/>
                </a:solidFill>
                <a:latin typeface="Source Code Pro" pitchFamily="34" charset="0"/>
                <a:ea typeface="Source Code Pro" pitchFamily="34" charset="-122"/>
                <a:cs typeface="Source Code Pro" pitchFamily="34" charset="-120"/>
              </a:rPr>
              <a:t>‹#›</a:t>
            </a:fld>
            <a:endParaRPr lang="en-US" sz="1400" dirty="0"/>
          </a:p>
        </p:txBody>
      </p:sp>
      <p:sp>
        <p:nvSpPr>
          <p:cNvPr id="13" name="Slide Number Placeholder"/>
          <p:cNvSpPr>
            <a:spLocks noGrp="1"/>
          </p:cNvSpPr>
          <p:nvPr>
            <p:ph type="sldNum" sz="quarter" idx="12"/>
          </p:nvPr>
        </p:nvSpPr>
        <p:spPr>
          <a:xfrm>
            <a:off x="7315200" y="4663440"/>
            <a:ext cx="1371600" cy="274320"/>
          </a:xfrm>
          <a:prstGeom prst="rect">
            <a:avLst/>
          </a:prstGeom>
        </p:spPr>
        <p:txBody>
          <a:bodyPr wrap="square" lIns="0" tIns="0" rIns="0" bIns="0" rtlCol="0" anchor="ctr"/>
          <a:lstStyle>
            <a:lvl1pPr algn="r">
              <a:lnSpc>
                <a:spcPts val="1800"/>
              </a:lnSpc>
              <a:buNone/>
              <a:defRPr sz="1400" kern="1200" lang="en-US" dirty="0">
                <a:solidFill>
                  <a:srgbClr val="003976"/>
                </a:solidFill>
                <a:latin typeface="Source Code Pro" pitchFamily="34" charset="0"/>
                <a:ea typeface="Source Code Pro" pitchFamily="34" charset="-122"/>
                <a:cs typeface="Source Code Pro" pitchFamily="34" charset="-120"/>
              </a:defRPr>
            </a:lvl1pPr>
          </a:lstStyle>
          <a:p>
            <a:fld id="{275500B3-9C25-4EBA-97F6-2E5486CEC547}" type="slidenum">
              <a:rPr sz="1400" kern="1200" lang="en-US" dirty="0">
                <a:solidFill>
                  <a:srgbClr val="003976"/>
                </a:solidFill>
                <a:latin typeface="Source Code Pro" pitchFamily="34" charset="0"/>
                <a:ea typeface="Source Code Pro" pitchFamily="34" charset="-122"/>
                <a:cs typeface="Source Code Pro" pitchFamily="34" charset="-120"/>
              </a:rPr>
              <a:t>‹#›</a:t>
            </a:fld>
            <a:endParaRPr lang="en-US" sz="1400"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type="obj">
  <p:cSld name="ATR - References">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66928" cy="566928"/>
          </a:xfrm>
          <a:prstGeom prst="rect">
            <a:avLst/>
          </a:prstGeom>
          <a:solidFill>
            <a:srgbClr val="EFAB00"/>
          </a:solidFill>
          <a:ln w="12700">
            <a:solidFill>
              <a:srgbClr val="EFAB00"/>
            </a:solidFill>
            <a:prstDash val="solid"/>
          </a:ln>
        </p:spPr>
      </p:sp>
      <p:pic>
        <p:nvPicPr>
          <p:cNvPr id="3" name="Image 0" descr="ATR Lab mark">    </p:cNvPr>
          <p:cNvPicPr>
            <a:picLocks noChangeAspect="1"/>
          </p:cNvPicPr>
          <p:nvPr/>
        </p:nvPicPr>
        <p:blipFill>
          <a:blip r:embed="rId1"/>
          <a:stretch>
            <a:fillRect/>
          </a:stretch>
        </p:blipFill>
        <p:spPr>
          <a:xfrm>
            <a:off x="563453" y="484632"/>
            <a:ext cx="354421" cy="365760"/>
          </a:xfrm>
          <a:prstGeom prst="rect">
            <a:avLst/>
          </a:prstGeom>
        </p:spPr>
      </p:pic>
      <p:sp>
        <p:nvSpPr>
          <p:cNvPr id="4" name="eyebrow"/>
          <p:cNvSpPr>
            <a:spLocks noGrp="1"/>
          </p:cNvSpPr>
          <p:nvPr>
            <p:ph idx="102" type="body" hasCustomPrompt="1"/>
          </p:nvPr>
        </p:nvSpPr>
        <p:spPr>
          <a:xfrm>
            <a:off x="1207008" y="329184"/>
            <a:ext cx="7479792" cy="274320"/>
          </a:xfrm>
          <a:prstGeom prst="rect">
            <a:avLst/>
          </a:prstGeom>
          <a:noFill/>
          <a:ln/>
        </p:spPr>
        <p:txBody>
          <a:bodyPr wrap="square" rtlCol="0" lIns="0" tIns="0" rIns="0" bIns="0" anchor="ctr">
            <a:normAutofit/>
          </a:bodyPr>
          <a:lstStyle>
            <a:lvl1pPr algn="l" indent="0" marL="0">
              <a:lnSpc>
                <a:spcPct val="97000"/>
              </a:lnSpc>
              <a:spcBef>
                <a:spcPts val="0"/>
              </a:spcBef>
              <a:spcAft>
                <a:spcPts val="0"/>
              </a:spcAft>
              <a:buNone/>
              <a:defRPr lang="en-US" sz="1400" b="1" spc="250" kern="0" dirty="0">
                <a:solidFill>
                  <a:srgbClr val="8A6100"/>
                </a:solidFill>
                <a:latin typeface="Source Sans 3" pitchFamily="34" charset="0"/>
                <a:ea typeface="Source Sans 3" pitchFamily="34" charset="-122"/>
                <a:cs typeface="Source Sans 3" pitchFamily="34" charset="-120"/>
              </a:defRPr>
            </a:lvl1pPr>
          </a:lstStyle>
          <a:p>
            <a:pPr algn="l" indent="0" marL="0">
              <a:lnSpc>
                <a:spcPct val="97000"/>
              </a:lnSpc>
              <a:buNone/>
            </a:pPr>
            <a:r>
              <a:rPr lang="en-US" sz="1400" b="1" spc="250" kern="0" dirty="0">
                <a:solidFill>
                  <a:srgbClr val="8A6100"/>
                </a:solidFill>
                <a:latin typeface="Source Sans 3" pitchFamily="34" charset="0"/>
                <a:ea typeface="Source Sans 3" pitchFamily="34" charset="-122"/>
                <a:cs typeface="Source Sans 3" pitchFamily="34" charset="-120"/>
              </a:rPr>
              <a:t>SECTION 00  ·  SECTION NAME</a:t>
            </a:r>
            <a:endParaRPr lang="en-US" sz="1400" dirty="0"/>
          </a:p>
        </p:txBody>
      </p:sp>
      <p:sp>
        <p:nvSpPr>
          <p:cNvPr id="5" name="title"/>
          <p:cNvSpPr>
            <a:spLocks noGrp="1"/>
          </p:cNvSpPr>
          <p:nvPr>
            <p:ph idx="103" type="title" hasCustomPrompt="1"/>
          </p:nvPr>
        </p:nvSpPr>
        <p:spPr>
          <a:xfrm>
            <a:off x="1207008" y="566928"/>
            <a:ext cx="7479792" cy="475488"/>
          </a:xfrm>
          <a:prstGeom prst="rect">
            <a:avLst/>
          </a:prstGeom>
          <a:noFill/>
          <a:ln/>
        </p:spPr>
        <p:txBody>
          <a:bodyPr wrap="square" rtlCol="0" lIns="0" tIns="0" rIns="0" bIns="0" anchor="t">
            <a:normAutofit/>
          </a:bodyPr>
          <a:lstStyle>
            <a:lvl1pPr algn="l" indent="0" marL="0">
              <a:lnSpc>
                <a:spcPct val="85000"/>
              </a:lnSpc>
              <a:spcBef>
                <a:spcPts val="0"/>
              </a:spcBef>
              <a:spcAft>
                <a:spcPts val="0"/>
              </a:spcAft>
              <a:buNone/>
              <a:defRPr lang="en-US" sz="3200" b="1" dirty="0">
                <a:solidFill>
                  <a:srgbClr val="003976"/>
                </a:solidFill>
                <a:latin typeface="Source Sans 3" pitchFamily="34" charset="0"/>
                <a:ea typeface="Source Sans 3" pitchFamily="34" charset="-122"/>
                <a:cs typeface="Source Sans 3" pitchFamily="34" charset="-120"/>
              </a:defRPr>
            </a:lvl1pPr>
          </a:lstStyle>
          <a:p>
            <a:pPr algn="l" indent="0" marL="0">
              <a:lnSpc>
                <a:spcPct val="85000"/>
              </a:lnSpc>
              <a:buNone/>
            </a:pPr>
            <a:r>
              <a:rPr lang="en-US" sz="3200" b="1" dirty="0">
                <a:solidFill>
                  <a:srgbClr val="003976"/>
                </a:solidFill>
                <a:latin typeface="Source Sans 3" pitchFamily="34" charset="0"/>
                <a:ea typeface="Source Sans 3" pitchFamily="34" charset="-122"/>
                <a:cs typeface="Source Sans 3" pitchFamily="34" charset="-120"/>
              </a:rPr>
              <a:t>Slide title, one line, sentence case</a:t>
            </a:r>
            <a:endParaRPr lang="en-US" sz="3200" dirty="0"/>
          </a:p>
        </p:txBody>
      </p:sp>
      <p:sp>
        <p:nvSpPr>
          <p:cNvPr id="6" name="References"/>
          <p:cNvSpPr>
            <a:spLocks noGrp="1"/>
          </p:cNvSpPr>
          <p:nvPr>
            <p:ph idx="104" type="body" hasCustomPrompt="1"/>
          </p:nvPr>
        </p:nvSpPr>
        <p:spPr>
          <a:xfrm>
            <a:off x="457200" y="1298448"/>
            <a:ext cx="8229600" cy="3017520"/>
          </a:xfrm>
          <a:prstGeom prst="rect">
            <a:avLst/>
          </a:prstGeom>
          <a:noFill/>
          <a:ln/>
        </p:spPr>
        <p:txBody>
          <a:bodyPr wrap="square" rtlCol="0" lIns="0" tIns="0" rIns="0" bIns="0" anchor="t">
            <a:normAutofit/>
          </a:bodyPr>
          <a:lstStyle>
            <a:lvl1pPr algn="l" indent="-411480" marL="411480">
              <a:lnSpc>
                <a:spcPct val="94000"/>
              </a:lnSpc>
              <a:spcBef>
                <a:spcPts val="0"/>
              </a:spcBef>
              <a:spcAft>
                <a:spcPts val="800"/>
              </a:spcAft>
              <a:buNone/>
              <a:tabLst>
                <a:tab pos="411480" algn="l"/>
              </a:tabLst>
              <a:defRPr lang="en-US" sz="1600" dirty="0">
                <a:solidFill>
                  <a:srgbClr val="1B2533"/>
                </a:solidFill>
                <a:latin typeface="Source Sans 3" pitchFamily="34" charset="0"/>
                <a:ea typeface="Source Sans 3" pitchFamily="34" charset="-122"/>
                <a:cs typeface="Source Sans 3" pitchFamily="34" charset="-120"/>
              </a:defRPr>
            </a:lvl1pPr>
          </a:lstStyle>
          <a:p>
            <a:pPr algn="l" indent="-411480" marL="411480">
              <a:lnSpc>
                <a:spcPct val="94000"/>
              </a:lnSpc>
              <a:spcAft>
                <a:spcPts val="800"/>
              </a:spcAft>
              <a:buNone/>
            </a:pPr>
            <a:r>
              <a:rPr lang="en-US" sz="1600" dirty="0">
                <a:solidFill>
                  <a:srgbClr val="1B2533"/>
                </a:solidFill>
                <a:latin typeface="Source Sans 3" pitchFamily="34" charset="0"/>
                <a:ea typeface="Source Sans 3" pitchFamily="34" charset="-122"/>
                <a:cs typeface="Source Sans 3" pitchFamily="34" charset="-120"/>
              </a:rPr>
              <a:t>[1]	Author, A. and Author, B. Title. Venue, year.</a:t>
            </a:r>
            <a:endParaRPr lang="en-US" sz="1600" dirty="0"/>
          </a:p>
        </p:txBody>
      </p:sp>
      <p:sp>
        <p:nvSpPr>
          <p:cNvPr id="7" name="Shape 1"/>
          <p:cNvSpPr/>
          <p:nvPr/>
        </p:nvSpPr>
        <p:spPr>
          <a:xfrm>
            <a:off x="457200" y="4590288"/>
            <a:ext cx="8229600" cy="0"/>
          </a:xfrm>
          <a:prstGeom prst="line">
            <a:avLst/>
          </a:prstGeom>
          <a:noFill/>
          <a:ln w="9525">
            <a:solidFill>
              <a:srgbClr val="D6DEE8"/>
            </a:solidFill>
            <a:prstDash val="solid"/>
          </a:ln>
        </p:spPr>
      </p:sp>
      <p:sp>
        <p:nvSpPr>
          <p:cNvPr id="8" name="Text 2"/>
          <p:cNvSpPr txBox="1"/>
          <p:nvPr/>
        </p:nvSpPr>
        <p:spPr>
          <a:xfrm>
            <a:off x="457200" y="4663440"/>
            <a:ext cx="6675120" cy="274320"/>
          </a:xfrm>
          <a:prstGeom prst="rect">
            <a:avLst/>
          </a:prstGeom>
          <a:noFill/>
          <a:ln/>
        </p:spPr>
        <p:txBody>
          <a:bodyPr wrap="square" lIns="0" tIns="0" rIns="0" bIns="0" rtlCol="0" anchor="ctr"/>
          <a:lstStyle/>
          <a:p>
            <a:pPr algn="l" indent="0" marL="0">
              <a:buNone/>
            </a:pPr>
            <a:r>
              <a:rPr lang="en-US" sz="1400" dirty="0">
                <a:solidFill>
                  <a:srgbClr val="4A5868"/>
                </a:solidFill>
                <a:latin typeface="Source Sans 3" pitchFamily="34" charset="0"/>
                <a:ea typeface="Source Sans 3" pitchFamily="34" charset="-122"/>
                <a:cs typeface="Source Sans 3" pitchFamily="34" charset="-120"/>
              </a:rPr>
              <a:t>Advanced Telerobotics Research Lab  ·  Kent State University</a:t>
            </a:r>
            <a:endParaRPr lang="en-US" sz="1400" dirty="0"/>
          </a:p>
        </p:txBody>
      </p:sp>
      <p:sp>
        <p:nvSpPr>
          <p:cNvPr id="9" name="Text 3"/>
          <p:cNvSpPr txBox="1"/>
          <p:nvPr/>
        </p:nvSpPr>
        <p:spPr>
          <a:xfrm>
            <a:off x="7315200" y="4663440"/>
            <a:ext cx="1371600" cy="274320"/>
          </a:xfrm>
          <a:prstGeom prst="rect">
            <a:avLst/>
          </a:prstGeom>
          <a:noFill/>
          <a:ln/>
        </p:spPr>
        <p:txBody>
          <a:bodyPr wrap="square" lIns="0" tIns="0" rIns="0" bIns="0" rtlCol="0" anchor="ctr"/>
          <a:lstStyle/>
          <a:p>
            <a:pPr algn="r" indent="0" marL="0">
              <a:buNone/>
            </a:pPr>
            <a:fld id="{D47C3BA0-EBF2-4CD5-986C-B676E56CDD38}" type="slidenum">
              <a:rPr lang="en-US" sz="1400" dirty="0">
                <a:solidFill>
                  <a:srgbClr val="003976"/>
                </a:solidFill>
                <a:latin typeface="Source Code Pro" pitchFamily="34" charset="0"/>
                <a:ea typeface="Source Code Pro" pitchFamily="34" charset="-122"/>
                <a:cs typeface="Source Code Pro" pitchFamily="34" charset="-120"/>
              </a:rPr>
              <a:t>‹#›</a:t>
            </a:fld>
            <a:endParaRPr lang="en-US" sz="1400" dirty="0"/>
          </a:p>
        </p:txBody>
      </p:sp>
      <p:sp>
        <p:nvSpPr>
          <p:cNvPr id="10" name="Slide Number Placeholder"/>
          <p:cNvSpPr>
            <a:spLocks noGrp="1"/>
          </p:cNvSpPr>
          <p:nvPr>
            <p:ph type="sldNum" sz="quarter" idx="12"/>
          </p:nvPr>
        </p:nvSpPr>
        <p:spPr>
          <a:xfrm>
            <a:off x="7315200" y="4663440"/>
            <a:ext cx="1371600" cy="274320"/>
          </a:xfrm>
          <a:prstGeom prst="rect">
            <a:avLst/>
          </a:prstGeom>
        </p:spPr>
        <p:txBody>
          <a:bodyPr wrap="square" lIns="0" tIns="0" rIns="0" bIns="0" rtlCol="0" anchor="ctr"/>
          <a:lstStyle>
            <a:lvl1pPr algn="r">
              <a:lnSpc>
                <a:spcPts val="1800"/>
              </a:lnSpc>
              <a:buNone/>
              <a:defRPr sz="1400" kern="1200" lang="en-US" dirty="0">
                <a:solidFill>
                  <a:srgbClr val="003976"/>
                </a:solidFill>
                <a:latin typeface="Source Code Pro" pitchFamily="34" charset="0"/>
                <a:ea typeface="Source Code Pro" pitchFamily="34" charset="-122"/>
                <a:cs typeface="Source Code Pro" pitchFamily="34" charset="-120"/>
              </a:defRPr>
            </a:lvl1pPr>
          </a:lstStyle>
          <a:p>
            <a:fld id="{32D64FE5-53B5-4F47-A1FD-12BD901FF263}" type="slidenum">
              <a:rPr sz="1400" kern="1200" lang="en-US" dirty="0">
                <a:solidFill>
                  <a:srgbClr val="003976"/>
                </a:solidFill>
                <a:latin typeface="Source Code Pro" pitchFamily="34" charset="0"/>
                <a:ea typeface="Source Code Pro" pitchFamily="34" charset="-122"/>
                <a:cs typeface="Source Code Pro" pitchFamily="34" charset="-120"/>
              </a:rPr>
              <a:t>‹#›</a:t>
            </a:fld>
            <a:endParaRPr lang="en-US" sz="1400"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type="obj">
  <p:cSld name="ATR - Acknowledgements">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66928" cy="566928"/>
          </a:xfrm>
          <a:prstGeom prst="rect">
            <a:avLst/>
          </a:prstGeom>
          <a:solidFill>
            <a:srgbClr val="EFAB00"/>
          </a:solidFill>
          <a:ln w="12700">
            <a:solidFill>
              <a:srgbClr val="EFAB00"/>
            </a:solidFill>
            <a:prstDash val="solid"/>
          </a:ln>
        </p:spPr>
      </p:sp>
      <p:pic>
        <p:nvPicPr>
          <p:cNvPr id="3" name="Image 0" descr="ATR Lab mark">    </p:cNvPr>
          <p:cNvPicPr>
            <a:picLocks noChangeAspect="1"/>
          </p:cNvPicPr>
          <p:nvPr/>
        </p:nvPicPr>
        <p:blipFill>
          <a:blip r:embed="rId1"/>
          <a:stretch>
            <a:fillRect/>
          </a:stretch>
        </p:blipFill>
        <p:spPr>
          <a:xfrm>
            <a:off x="563453" y="484632"/>
            <a:ext cx="354421" cy="365760"/>
          </a:xfrm>
          <a:prstGeom prst="rect">
            <a:avLst/>
          </a:prstGeom>
        </p:spPr>
      </p:pic>
      <p:sp>
        <p:nvSpPr>
          <p:cNvPr id="4" name="eyebrow"/>
          <p:cNvSpPr>
            <a:spLocks noGrp="1"/>
          </p:cNvSpPr>
          <p:nvPr>
            <p:ph idx="102" type="body" hasCustomPrompt="1"/>
          </p:nvPr>
        </p:nvSpPr>
        <p:spPr>
          <a:xfrm>
            <a:off x="1207008" y="329184"/>
            <a:ext cx="7479792" cy="274320"/>
          </a:xfrm>
          <a:prstGeom prst="rect">
            <a:avLst/>
          </a:prstGeom>
          <a:noFill/>
          <a:ln/>
        </p:spPr>
        <p:txBody>
          <a:bodyPr wrap="square" rtlCol="0" lIns="0" tIns="0" rIns="0" bIns="0" anchor="ctr">
            <a:normAutofit/>
          </a:bodyPr>
          <a:lstStyle>
            <a:lvl1pPr algn="l" indent="0" marL="0">
              <a:lnSpc>
                <a:spcPct val="97000"/>
              </a:lnSpc>
              <a:spcBef>
                <a:spcPts val="0"/>
              </a:spcBef>
              <a:spcAft>
                <a:spcPts val="0"/>
              </a:spcAft>
              <a:buNone/>
              <a:defRPr lang="en-US" sz="1400" b="1" spc="250" kern="0" dirty="0">
                <a:solidFill>
                  <a:srgbClr val="8A6100"/>
                </a:solidFill>
                <a:latin typeface="Source Sans 3" pitchFamily="34" charset="0"/>
                <a:ea typeface="Source Sans 3" pitchFamily="34" charset="-122"/>
                <a:cs typeface="Source Sans 3" pitchFamily="34" charset="-120"/>
              </a:defRPr>
            </a:lvl1pPr>
          </a:lstStyle>
          <a:p>
            <a:pPr algn="l" indent="0" marL="0">
              <a:lnSpc>
                <a:spcPct val="97000"/>
              </a:lnSpc>
              <a:buNone/>
            </a:pPr>
            <a:r>
              <a:rPr lang="en-US" sz="1400" b="1" spc="250" kern="0" dirty="0">
                <a:solidFill>
                  <a:srgbClr val="8A6100"/>
                </a:solidFill>
                <a:latin typeface="Source Sans 3" pitchFamily="34" charset="0"/>
                <a:ea typeface="Source Sans 3" pitchFamily="34" charset="-122"/>
                <a:cs typeface="Source Sans 3" pitchFamily="34" charset="-120"/>
              </a:rPr>
              <a:t>SECTION 00  ·  SECTION NAME</a:t>
            </a:r>
            <a:endParaRPr lang="en-US" sz="1400" dirty="0"/>
          </a:p>
        </p:txBody>
      </p:sp>
      <p:sp>
        <p:nvSpPr>
          <p:cNvPr id="5" name="title"/>
          <p:cNvSpPr>
            <a:spLocks noGrp="1"/>
          </p:cNvSpPr>
          <p:nvPr>
            <p:ph idx="103" type="title" hasCustomPrompt="1"/>
          </p:nvPr>
        </p:nvSpPr>
        <p:spPr>
          <a:xfrm>
            <a:off x="1207008" y="566928"/>
            <a:ext cx="7479792" cy="475488"/>
          </a:xfrm>
          <a:prstGeom prst="rect">
            <a:avLst/>
          </a:prstGeom>
          <a:noFill/>
          <a:ln/>
        </p:spPr>
        <p:txBody>
          <a:bodyPr wrap="square" rtlCol="0" lIns="0" tIns="0" rIns="0" bIns="0" anchor="t">
            <a:normAutofit/>
          </a:bodyPr>
          <a:lstStyle>
            <a:lvl1pPr algn="l" indent="0" marL="0">
              <a:lnSpc>
                <a:spcPct val="85000"/>
              </a:lnSpc>
              <a:spcBef>
                <a:spcPts val="0"/>
              </a:spcBef>
              <a:spcAft>
                <a:spcPts val="0"/>
              </a:spcAft>
              <a:buNone/>
              <a:defRPr lang="en-US" sz="3200" b="1" dirty="0">
                <a:solidFill>
                  <a:srgbClr val="003976"/>
                </a:solidFill>
                <a:latin typeface="Source Sans 3" pitchFamily="34" charset="0"/>
                <a:ea typeface="Source Sans 3" pitchFamily="34" charset="-122"/>
                <a:cs typeface="Source Sans 3" pitchFamily="34" charset="-120"/>
              </a:defRPr>
            </a:lvl1pPr>
          </a:lstStyle>
          <a:p>
            <a:pPr algn="l" indent="0" marL="0">
              <a:lnSpc>
                <a:spcPct val="85000"/>
              </a:lnSpc>
              <a:buNone/>
            </a:pPr>
            <a:r>
              <a:rPr lang="en-US" sz="3200" b="1" dirty="0">
                <a:solidFill>
                  <a:srgbClr val="003976"/>
                </a:solidFill>
                <a:latin typeface="Source Sans 3" pitchFamily="34" charset="0"/>
                <a:ea typeface="Source Sans 3" pitchFamily="34" charset="-122"/>
                <a:cs typeface="Source Sans 3" pitchFamily="34" charset="-120"/>
              </a:rPr>
              <a:t>Slide title, one line, sentence case</a:t>
            </a:r>
            <a:endParaRPr lang="en-US" sz="3200" dirty="0"/>
          </a:p>
        </p:txBody>
      </p:sp>
      <p:sp>
        <p:nvSpPr>
          <p:cNvPr id="6" name="Statement"/>
          <p:cNvSpPr>
            <a:spLocks noGrp="1"/>
          </p:cNvSpPr>
          <p:nvPr>
            <p:ph idx="104" type="body" hasCustomPrompt="1"/>
          </p:nvPr>
        </p:nvSpPr>
        <p:spPr>
          <a:xfrm>
            <a:off x="457200" y="1298448"/>
            <a:ext cx="8229600" cy="731520"/>
          </a:xfrm>
          <a:prstGeom prst="rect">
            <a:avLst/>
          </a:prstGeom>
          <a:noFill/>
          <a:ln/>
        </p:spPr>
        <p:txBody>
          <a:bodyPr wrap="square" rtlCol="0" lIns="0" tIns="0" rIns="0" bIns="0" anchor="t">
            <a:normAutofit/>
          </a:bodyPr>
          <a:lstStyle>
            <a:lvl1pPr algn="l" indent="0" marL="0">
              <a:lnSpc>
                <a:spcPct val="101000"/>
              </a:lnSpc>
              <a:spcBef>
                <a:spcPts val="0"/>
              </a:spcBef>
              <a:spcAft>
                <a:spcPts val="0"/>
              </a:spcAft>
              <a:buNone/>
              <a:defRPr lang="en-US" sz="1800" dirty="0">
                <a:solidFill>
                  <a:srgbClr val="1B2533"/>
                </a:solidFill>
                <a:latin typeface="Source Sans 3" pitchFamily="34" charset="0"/>
                <a:ea typeface="Source Sans 3" pitchFamily="34" charset="-122"/>
                <a:cs typeface="Source Sans 3" pitchFamily="34" charset="-120"/>
              </a:defRPr>
            </a:lvl1pPr>
          </a:lstStyle>
          <a:p>
            <a:pPr algn="l" indent="0" marL="0">
              <a:lnSpc>
                <a:spcPct val="101000"/>
              </a:lnSpc>
              <a:buNone/>
            </a:pPr>
            <a:r>
              <a:rPr lang="en-US" sz="1800" dirty="0">
                <a:solidFill>
                  <a:srgbClr val="1B2533"/>
                </a:solidFill>
                <a:latin typeface="Source Sans 3" pitchFamily="34" charset="0"/>
                <a:ea typeface="Source Sans 3" pitchFamily="34" charset="-122"/>
                <a:cs typeface="Source Sans 3" pitchFamily="34" charset="-120"/>
              </a:rPr>
              <a:t>This work was supported by [Sponsor] under [Grant No.]. We thank [collaborators].</a:t>
            </a:r>
            <a:endParaRPr lang="en-US" sz="1800" dirty="0"/>
          </a:p>
        </p:txBody>
      </p:sp>
      <p:sp>
        <p:nvSpPr>
          <p:cNvPr id="7" name="Shape 1"/>
          <p:cNvSpPr/>
          <p:nvPr/>
        </p:nvSpPr>
        <p:spPr>
          <a:xfrm>
            <a:off x="457200" y="2212848"/>
            <a:ext cx="1851660" cy="1188720"/>
          </a:xfrm>
          <a:prstGeom prst="rect">
            <a:avLst/>
          </a:prstGeom>
          <a:solidFill>
            <a:srgbClr val="F3F6FA"/>
          </a:solidFill>
          <a:ln w="12700">
            <a:solidFill>
              <a:srgbClr val="F3F6FA"/>
            </a:solidFill>
            <a:prstDash val="solid"/>
          </a:ln>
        </p:spPr>
      </p:sp>
      <p:sp>
        <p:nvSpPr>
          <p:cNvPr id="8" name="Sponsor logo 1"/>
          <p:cNvSpPr>
            <a:spLocks noGrp="1"/>
          </p:cNvSpPr>
          <p:nvPr>
            <p:ph idx="106" hasCustomPrompt="1" type="pic"/>
          </p:nvPr>
        </p:nvSpPr>
        <p:spPr>
          <a:xfrm>
            <a:off x="640080" y="2395728"/>
            <a:ext cx="1485900" cy="822960"/>
          </a:xfrm>
          <a:prstGeom prst="rect">
            <a:avLst/>
          </a:prstGeom>
          <a:noFill/>
          <a:ln/>
        </p:spPr>
        <p:txBody>
          <a:bodyPr wrap="square" rtlCol="0" anchor="ctr"/>
          <a:lstStyle/>
          <a:p>
            <a:endParaRPr lang="en-US"/>
          </a:p>
        </p:txBody>
      </p:sp>
      <p:sp>
        <p:nvSpPr>
          <p:cNvPr id="9" name="Grant 1"/>
          <p:cNvSpPr>
            <a:spLocks noGrp="1"/>
          </p:cNvSpPr>
          <p:nvPr>
            <p:ph idx="107" type="body" hasCustomPrompt="1"/>
          </p:nvPr>
        </p:nvSpPr>
        <p:spPr>
          <a:xfrm>
            <a:off x="457200" y="3493008"/>
            <a:ext cx="1851660" cy="731520"/>
          </a:xfrm>
          <a:prstGeom prst="rect">
            <a:avLst/>
          </a:prstGeom>
          <a:noFill/>
          <a:ln/>
        </p:spPr>
        <p:txBody>
          <a:bodyPr wrap="square" rtlCol="0" lIns="0" tIns="0" rIns="0" bIns="0" anchor="t">
            <a:normAutofit/>
          </a:bodyPr>
          <a:lstStyle>
            <a:lvl1pPr algn="ctr" indent="0" marL="0">
              <a:lnSpc>
                <a:spcPct val="97000"/>
              </a:lnSpc>
              <a:spcBef>
                <a:spcPts val="0"/>
              </a:spcBef>
              <a:spcAft>
                <a:spcPts val="0"/>
              </a:spcAft>
              <a:buNone/>
              <a:defRPr lang="en-US" sz="1400" dirty="0">
                <a:solidFill>
                  <a:srgbClr val="4A5868"/>
                </a:solidFill>
                <a:latin typeface="Source Sans 3" pitchFamily="34" charset="0"/>
                <a:ea typeface="Source Sans 3" pitchFamily="34" charset="-122"/>
                <a:cs typeface="Source Sans 3" pitchFamily="34" charset="-120"/>
              </a:defRPr>
            </a:lvl1pPr>
          </a:lstStyle>
          <a:p>
            <a:pPr algn="ctr" indent="0" marL="0">
              <a:lnSpc>
                <a:spcPct val="97000"/>
              </a:lnSpc>
              <a:buNone/>
            </a:pPr>
            <a:r>
              <a:rPr lang="en-US" sz="1400" dirty="0">
                <a:solidFill>
                  <a:srgbClr val="4A5868"/>
                </a:solidFill>
                <a:latin typeface="Source Sans 3" pitchFamily="34" charset="0"/>
                <a:ea typeface="Source Sans 3" pitchFamily="34" charset="-122"/>
                <a:cs typeface="Source Sans 3" pitchFamily="34" charset="-120"/>
              </a:rPr>
              <a:t>[Sponsor]</a:t>
            </a:r>
            <a:endParaRPr lang="en-US" sz="1400" dirty="0"/>
          </a:p>
          <a:p>
            <a:pPr algn="ctr" indent="0" marL="0">
              <a:lnSpc>
                <a:spcPct val="97000"/>
              </a:lnSpc>
              <a:buNone/>
            </a:pPr>
            <a:r>
              <a:rPr lang="en-US" sz="1400" dirty="0">
                <a:solidFill>
                  <a:srgbClr val="4A5868"/>
                </a:solidFill>
                <a:latin typeface="Source Sans 3" pitchFamily="34" charset="0"/>
                <a:ea typeface="Source Sans 3" pitchFamily="34" charset="-122"/>
                <a:cs typeface="Source Sans 3" pitchFamily="34" charset="-120"/>
              </a:rPr>
              <a:t>[Grant No.]</a:t>
            </a:r>
            <a:endParaRPr lang="en-US" sz="1400" dirty="0"/>
          </a:p>
        </p:txBody>
      </p:sp>
      <p:sp>
        <p:nvSpPr>
          <p:cNvPr id="10" name="Shape 2"/>
          <p:cNvSpPr/>
          <p:nvPr/>
        </p:nvSpPr>
        <p:spPr>
          <a:xfrm>
            <a:off x="2583180" y="2212848"/>
            <a:ext cx="1851660" cy="1188720"/>
          </a:xfrm>
          <a:prstGeom prst="rect">
            <a:avLst/>
          </a:prstGeom>
          <a:solidFill>
            <a:srgbClr val="F3F6FA"/>
          </a:solidFill>
          <a:ln w="12700">
            <a:solidFill>
              <a:srgbClr val="F3F6FA"/>
            </a:solidFill>
            <a:prstDash val="solid"/>
          </a:ln>
        </p:spPr>
      </p:sp>
      <p:sp>
        <p:nvSpPr>
          <p:cNvPr id="11" name="Sponsor logo 2"/>
          <p:cNvSpPr>
            <a:spLocks noGrp="1"/>
          </p:cNvSpPr>
          <p:nvPr>
            <p:ph idx="109" hasCustomPrompt="1" type="pic"/>
          </p:nvPr>
        </p:nvSpPr>
        <p:spPr>
          <a:xfrm>
            <a:off x="2766060" y="2395728"/>
            <a:ext cx="1485900" cy="822960"/>
          </a:xfrm>
          <a:prstGeom prst="rect">
            <a:avLst/>
          </a:prstGeom>
          <a:noFill/>
          <a:ln/>
        </p:spPr>
        <p:txBody>
          <a:bodyPr wrap="square" rtlCol="0" anchor="ctr"/>
          <a:lstStyle/>
          <a:p>
            <a:endParaRPr lang="en-US"/>
          </a:p>
        </p:txBody>
      </p:sp>
      <p:sp>
        <p:nvSpPr>
          <p:cNvPr id="12" name="Grant 2"/>
          <p:cNvSpPr>
            <a:spLocks noGrp="1"/>
          </p:cNvSpPr>
          <p:nvPr>
            <p:ph idx="110" type="body" hasCustomPrompt="1"/>
          </p:nvPr>
        </p:nvSpPr>
        <p:spPr>
          <a:xfrm>
            <a:off x="2583180" y="3493008"/>
            <a:ext cx="1851660" cy="731520"/>
          </a:xfrm>
          <a:prstGeom prst="rect">
            <a:avLst/>
          </a:prstGeom>
          <a:noFill/>
          <a:ln/>
        </p:spPr>
        <p:txBody>
          <a:bodyPr wrap="square" rtlCol="0" lIns="0" tIns="0" rIns="0" bIns="0" anchor="t">
            <a:normAutofit/>
          </a:bodyPr>
          <a:lstStyle>
            <a:lvl1pPr algn="ctr" indent="0" marL="0">
              <a:lnSpc>
                <a:spcPct val="97000"/>
              </a:lnSpc>
              <a:spcBef>
                <a:spcPts val="0"/>
              </a:spcBef>
              <a:spcAft>
                <a:spcPts val="0"/>
              </a:spcAft>
              <a:buNone/>
              <a:defRPr lang="en-US" sz="1400" dirty="0">
                <a:solidFill>
                  <a:srgbClr val="4A5868"/>
                </a:solidFill>
                <a:latin typeface="Source Sans 3" pitchFamily="34" charset="0"/>
                <a:ea typeface="Source Sans 3" pitchFamily="34" charset="-122"/>
                <a:cs typeface="Source Sans 3" pitchFamily="34" charset="-120"/>
              </a:defRPr>
            </a:lvl1pPr>
          </a:lstStyle>
          <a:p>
            <a:pPr algn="ctr" indent="0" marL="0">
              <a:lnSpc>
                <a:spcPct val="97000"/>
              </a:lnSpc>
              <a:buNone/>
            </a:pPr>
            <a:r>
              <a:rPr lang="en-US" sz="1400" dirty="0">
                <a:solidFill>
                  <a:srgbClr val="4A5868"/>
                </a:solidFill>
                <a:latin typeface="Source Sans 3" pitchFamily="34" charset="0"/>
                <a:ea typeface="Source Sans 3" pitchFamily="34" charset="-122"/>
                <a:cs typeface="Source Sans 3" pitchFamily="34" charset="-120"/>
              </a:rPr>
              <a:t>[Sponsor]</a:t>
            </a:r>
            <a:endParaRPr lang="en-US" sz="1400" dirty="0"/>
          </a:p>
          <a:p>
            <a:pPr algn="ctr" indent="0" marL="0">
              <a:lnSpc>
                <a:spcPct val="97000"/>
              </a:lnSpc>
              <a:buNone/>
            </a:pPr>
            <a:r>
              <a:rPr lang="en-US" sz="1400" dirty="0">
                <a:solidFill>
                  <a:srgbClr val="4A5868"/>
                </a:solidFill>
                <a:latin typeface="Source Sans 3" pitchFamily="34" charset="0"/>
                <a:ea typeface="Source Sans 3" pitchFamily="34" charset="-122"/>
                <a:cs typeface="Source Sans 3" pitchFamily="34" charset="-120"/>
              </a:rPr>
              <a:t>[Grant No.]</a:t>
            </a:r>
            <a:endParaRPr lang="en-US" sz="1400" dirty="0"/>
          </a:p>
        </p:txBody>
      </p:sp>
      <p:sp>
        <p:nvSpPr>
          <p:cNvPr id="13" name="Shape 3"/>
          <p:cNvSpPr/>
          <p:nvPr/>
        </p:nvSpPr>
        <p:spPr>
          <a:xfrm>
            <a:off x="4709160" y="2212848"/>
            <a:ext cx="1851660" cy="1188720"/>
          </a:xfrm>
          <a:prstGeom prst="rect">
            <a:avLst/>
          </a:prstGeom>
          <a:solidFill>
            <a:srgbClr val="F3F6FA"/>
          </a:solidFill>
          <a:ln w="12700">
            <a:solidFill>
              <a:srgbClr val="F3F6FA"/>
            </a:solidFill>
            <a:prstDash val="solid"/>
          </a:ln>
        </p:spPr>
      </p:sp>
      <p:sp>
        <p:nvSpPr>
          <p:cNvPr id="14" name="Sponsor logo 3"/>
          <p:cNvSpPr>
            <a:spLocks noGrp="1"/>
          </p:cNvSpPr>
          <p:nvPr>
            <p:ph idx="112" hasCustomPrompt="1" type="pic"/>
          </p:nvPr>
        </p:nvSpPr>
        <p:spPr>
          <a:xfrm>
            <a:off x="4892040" y="2395728"/>
            <a:ext cx="1485900" cy="822960"/>
          </a:xfrm>
          <a:prstGeom prst="rect">
            <a:avLst/>
          </a:prstGeom>
          <a:noFill/>
          <a:ln/>
        </p:spPr>
        <p:txBody>
          <a:bodyPr wrap="square" rtlCol="0" anchor="ctr"/>
          <a:lstStyle/>
          <a:p>
            <a:endParaRPr lang="en-US"/>
          </a:p>
        </p:txBody>
      </p:sp>
      <p:sp>
        <p:nvSpPr>
          <p:cNvPr id="15" name="Grant 3"/>
          <p:cNvSpPr>
            <a:spLocks noGrp="1"/>
          </p:cNvSpPr>
          <p:nvPr>
            <p:ph idx="113" type="body" hasCustomPrompt="1"/>
          </p:nvPr>
        </p:nvSpPr>
        <p:spPr>
          <a:xfrm>
            <a:off x="4709160" y="3493008"/>
            <a:ext cx="1851660" cy="731520"/>
          </a:xfrm>
          <a:prstGeom prst="rect">
            <a:avLst/>
          </a:prstGeom>
          <a:noFill/>
          <a:ln/>
        </p:spPr>
        <p:txBody>
          <a:bodyPr wrap="square" rtlCol="0" lIns="0" tIns="0" rIns="0" bIns="0" anchor="t">
            <a:normAutofit/>
          </a:bodyPr>
          <a:lstStyle>
            <a:lvl1pPr algn="ctr" indent="0" marL="0">
              <a:lnSpc>
                <a:spcPct val="97000"/>
              </a:lnSpc>
              <a:spcBef>
                <a:spcPts val="0"/>
              </a:spcBef>
              <a:spcAft>
                <a:spcPts val="0"/>
              </a:spcAft>
              <a:buNone/>
              <a:defRPr lang="en-US" sz="1400" dirty="0">
                <a:solidFill>
                  <a:srgbClr val="4A5868"/>
                </a:solidFill>
                <a:latin typeface="Source Sans 3" pitchFamily="34" charset="0"/>
                <a:ea typeface="Source Sans 3" pitchFamily="34" charset="-122"/>
                <a:cs typeface="Source Sans 3" pitchFamily="34" charset="-120"/>
              </a:defRPr>
            </a:lvl1pPr>
          </a:lstStyle>
          <a:p>
            <a:pPr algn="ctr" indent="0" marL="0">
              <a:lnSpc>
                <a:spcPct val="97000"/>
              </a:lnSpc>
              <a:buNone/>
            </a:pPr>
            <a:r>
              <a:rPr lang="en-US" sz="1400" dirty="0">
                <a:solidFill>
                  <a:srgbClr val="4A5868"/>
                </a:solidFill>
                <a:latin typeface="Source Sans 3" pitchFamily="34" charset="0"/>
                <a:ea typeface="Source Sans 3" pitchFamily="34" charset="-122"/>
                <a:cs typeface="Source Sans 3" pitchFamily="34" charset="-120"/>
              </a:rPr>
              <a:t>[Sponsor]</a:t>
            </a:r>
            <a:endParaRPr lang="en-US" sz="1400" dirty="0"/>
          </a:p>
          <a:p>
            <a:pPr algn="ctr" indent="0" marL="0">
              <a:lnSpc>
                <a:spcPct val="97000"/>
              </a:lnSpc>
              <a:buNone/>
            </a:pPr>
            <a:r>
              <a:rPr lang="en-US" sz="1400" dirty="0">
                <a:solidFill>
                  <a:srgbClr val="4A5868"/>
                </a:solidFill>
                <a:latin typeface="Source Sans 3" pitchFamily="34" charset="0"/>
                <a:ea typeface="Source Sans 3" pitchFamily="34" charset="-122"/>
                <a:cs typeface="Source Sans 3" pitchFamily="34" charset="-120"/>
              </a:rPr>
              <a:t>[Grant No.]</a:t>
            </a:r>
            <a:endParaRPr lang="en-US" sz="1400" dirty="0"/>
          </a:p>
        </p:txBody>
      </p:sp>
      <p:sp>
        <p:nvSpPr>
          <p:cNvPr id="16" name="Shape 4"/>
          <p:cNvSpPr/>
          <p:nvPr/>
        </p:nvSpPr>
        <p:spPr>
          <a:xfrm>
            <a:off x="6835140" y="2212848"/>
            <a:ext cx="1851660" cy="1188720"/>
          </a:xfrm>
          <a:prstGeom prst="rect">
            <a:avLst/>
          </a:prstGeom>
          <a:solidFill>
            <a:srgbClr val="F3F6FA"/>
          </a:solidFill>
          <a:ln w="12700">
            <a:solidFill>
              <a:srgbClr val="F3F6FA"/>
            </a:solidFill>
            <a:prstDash val="solid"/>
          </a:ln>
        </p:spPr>
      </p:sp>
      <p:sp>
        <p:nvSpPr>
          <p:cNvPr id="17" name="Sponsor logo 4"/>
          <p:cNvSpPr>
            <a:spLocks noGrp="1"/>
          </p:cNvSpPr>
          <p:nvPr>
            <p:ph idx="115" hasCustomPrompt="1" type="pic"/>
          </p:nvPr>
        </p:nvSpPr>
        <p:spPr>
          <a:xfrm>
            <a:off x="7018020" y="2395728"/>
            <a:ext cx="1485900" cy="822960"/>
          </a:xfrm>
          <a:prstGeom prst="rect">
            <a:avLst/>
          </a:prstGeom>
          <a:noFill/>
          <a:ln/>
        </p:spPr>
        <p:txBody>
          <a:bodyPr wrap="square" rtlCol="0" anchor="ctr"/>
          <a:lstStyle/>
          <a:p>
            <a:endParaRPr lang="en-US"/>
          </a:p>
        </p:txBody>
      </p:sp>
      <p:sp>
        <p:nvSpPr>
          <p:cNvPr id="18" name="Grant 4"/>
          <p:cNvSpPr>
            <a:spLocks noGrp="1"/>
          </p:cNvSpPr>
          <p:nvPr>
            <p:ph idx="116" type="body" hasCustomPrompt="1"/>
          </p:nvPr>
        </p:nvSpPr>
        <p:spPr>
          <a:xfrm>
            <a:off x="6835140" y="3493008"/>
            <a:ext cx="1851660" cy="731520"/>
          </a:xfrm>
          <a:prstGeom prst="rect">
            <a:avLst/>
          </a:prstGeom>
          <a:noFill/>
          <a:ln/>
        </p:spPr>
        <p:txBody>
          <a:bodyPr wrap="square" rtlCol="0" lIns="0" tIns="0" rIns="0" bIns="0" anchor="t">
            <a:normAutofit/>
          </a:bodyPr>
          <a:lstStyle>
            <a:lvl1pPr algn="ctr" indent="0" marL="0">
              <a:lnSpc>
                <a:spcPct val="97000"/>
              </a:lnSpc>
              <a:spcBef>
                <a:spcPts val="0"/>
              </a:spcBef>
              <a:spcAft>
                <a:spcPts val="0"/>
              </a:spcAft>
              <a:buNone/>
              <a:defRPr lang="en-US" sz="1400" dirty="0">
                <a:solidFill>
                  <a:srgbClr val="4A5868"/>
                </a:solidFill>
                <a:latin typeface="Source Sans 3" pitchFamily="34" charset="0"/>
                <a:ea typeface="Source Sans 3" pitchFamily="34" charset="-122"/>
                <a:cs typeface="Source Sans 3" pitchFamily="34" charset="-120"/>
              </a:defRPr>
            </a:lvl1pPr>
          </a:lstStyle>
          <a:p>
            <a:pPr algn="ctr" indent="0" marL="0">
              <a:lnSpc>
                <a:spcPct val="97000"/>
              </a:lnSpc>
              <a:buNone/>
            </a:pPr>
            <a:r>
              <a:rPr lang="en-US" sz="1400" dirty="0">
                <a:solidFill>
                  <a:srgbClr val="4A5868"/>
                </a:solidFill>
                <a:latin typeface="Source Sans 3" pitchFamily="34" charset="0"/>
                <a:ea typeface="Source Sans 3" pitchFamily="34" charset="-122"/>
                <a:cs typeface="Source Sans 3" pitchFamily="34" charset="-120"/>
              </a:rPr>
              <a:t>[Sponsor]</a:t>
            </a:r>
            <a:endParaRPr lang="en-US" sz="1400" dirty="0"/>
          </a:p>
          <a:p>
            <a:pPr algn="ctr" indent="0" marL="0">
              <a:lnSpc>
                <a:spcPct val="97000"/>
              </a:lnSpc>
              <a:buNone/>
            </a:pPr>
            <a:r>
              <a:rPr lang="en-US" sz="1400" dirty="0">
                <a:solidFill>
                  <a:srgbClr val="4A5868"/>
                </a:solidFill>
                <a:latin typeface="Source Sans 3" pitchFamily="34" charset="0"/>
                <a:ea typeface="Source Sans 3" pitchFamily="34" charset="-122"/>
                <a:cs typeface="Source Sans 3" pitchFamily="34" charset="-120"/>
              </a:rPr>
              <a:t>[Grant No.]</a:t>
            </a:r>
            <a:endParaRPr lang="en-US" sz="1400" dirty="0"/>
          </a:p>
        </p:txBody>
      </p:sp>
      <p:sp>
        <p:nvSpPr>
          <p:cNvPr id="19" name="Shape 5"/>
          <p:cNvSpPr/>
          <p:nvPr/>
        </p:nvSpPr>
        <p:spPr>
          <a:xfrm>
            <a:off x="457200" y="4590288"/>
            <a:ext cx="8229600" cy="0"/>
          </a:xfrm>
          <a:prstGeom prst="line">
            <a:avLst/>
          </a:prstGeom>
          <a:noFill/>
          <a:ln w="9525">
            <a:solidFill>
              <a:srgbClr val="D6DEE8"/>
            </a:solidFill>
            <a:prstDash val="solid"/>
          </a:ln>
        </p:spPr>
      </p:sp>
      <p:sp>
        <p:nvSpPr>
          <p:cNvPr id="20" name="Text 6"/>
          <p:cNvSpPr txBox="1"/>
          <p:nvPr/>
        </p:nvSpPr>
        <p:spPr>
          <a:xfrm>
            <a:off x="457200" y="4663440"/>
            <a:ext cx="6675120" cy="274320"/>
          </a:xfrm>
          <a:prstGeom prst="rect">
            <a:avLst/>
          </a:prstGeom>
          <a:noFill/>
          <a:ln/>
        </p:spPr>
        <p:txBody>
          <a:bodyPr wrap="square" lIns="0" tIns="0" rIns="0" bIns="0" rtlCol="0" anchor="ctr"/>
          <a:lstStyle/>
          <a:p>
            <a:pPr algn="l" indent="0" marL="0">
              <a:buNone/>
            </a:pPr>
            <a:r>
              <a:rPr lang="en-US" sz="1400" dirty="0">
                <a:solidFill>
                  <a:srgbClr val="4A5868"/>
                </a:solidFill>
                <a:latin typeface="Source Sans 3" pitchFamily="34" charset="0"/>
                <a:ea typeface="Source Sans 3" pitchFamily="34" charset="-122"/>
                <a:cs typeface="Source Sans 3" pitchFamily="34" charset="-120"/>
              </a:rPr>
              <a:t>Advanced Telerobotics Research Lab  ·  Kent State University</a:t>
            </a:r>
            <a:endParaRPr lang="en-US" sz="1400" dirty="0"/>
          </a:p>
        </p:txBody>
      </p:sp>
      <p:sp>
        <p:nvSpPr>
          <p:cNvPr id="21" name="Text 7"/>
          <p:cNvSpPr txBox="1"/>
          <p:nvPr/>
        </p:nvSpPr>
        <p:spPr>
          <a:xfrm>
            <a:off x="7315200" y="4663440"/>
            <a:ext cx="1371600" cy="274320"/>
          </a:xfrm>
          <a:prstGeom prst="rect">
            <a:avLst/>
          </a:prstGeom>
          <a:noFill/>
          <a:ln/>
        </p:spPr>
        <p:txBody>
          <a:bodyPr wrap="square" lIns="0" tIns="0" rIns="0" bIns="0" rtlCol="0" anchor="ctr"/>
          <a:lstStyle/>
          <a:p>
            <a:pPr algn="r" indent="0" marL="0">
              <a:buNone/>
            </a:pPr>
            <a:fld id="{DE461F0D-7EC6-4D4C-BB4A-511260D87B57}" type="slidenum">
              <a:rPr lang="en-US" sz="1400" dirty="0">
                <a:solidFill>
                  <a:srgbClr val="003976"/>
                </a:solidFill>
                <a:latin typeface="Source Code Pro" pitchFamily="34" charset="0"/>
                <a:ea typeface="Source Code Pro" pitchFamily="34" charset="-122"/>
                <a:cs typeface="Source Code Pro" pitchFamily="34" charset="-120"/>
              </a:rPr>
              <a:t>‹#›</a:t>
            </a:fld>
            <a:endParaRPr lang="en-US" sz="1400" dirty="0"/>
          </a:p>
        </p:txBody>
      </p:sp>
      <p:sp>
        <p:nvSpPr>
          <p:cNvPr id="22" name="Slide Number Placeholder"/>
          <p:cNvSpPr>
            <a:spLocks noGrp="1"/>
          </p:cNvSpPr>
          <p:nvPr>
            <p:ph type="sldNum" sz="quarter" idx="12"/>
          </p:nvPr>
        </p:nvSpPr>
        <p:spPr>
          <a:xfrm>
            <a:off x="7315200" y="4663440"/>
            <a:ext cx="1371600" cy="274320"/>
          </a:xfrm>
          <a:prstGeom prst="rect">
            <a:avLst/>
          </a:prstGeom>
        </p:spPr>
        <p:txBody>
          <a:bodyPr wrap="square" lIns="0" tIns="0" rIns="0" bIns="0" rtlCol="0" anchor="ctr"/>
          <a:lstStyle>
            <a:lvl1pPr algn="r">
              <a:lnSpc>
                <a:spcPts val="1800"/>
              </a:lnSpc>
              <a:buNone/>
              <a:defRPr sz="1400" kern="1200" lang="en-US" dirty="0">
                <a:solidFill>
                  <a:srgbClr val="003976"/>
                </a:solidFill>
                <a:latin typeface="Source Code Pro" pitchFamily="34" charset="0"/>
                <a:ea typeface="Source Code Pro" pitchFamily="34" charset="-122"/>
                <a:cs typeface="Source Code Pro" pitchFamily="34" charset="-120"/>
              </a:defRPr>
            </a:lvl1pPr>
          </a:lstStyle>
          <a:p>
            <a:fld id="{6FA4C147-829E-4B8E-8119-1A62540A7727}" type="slidenum">
              <a:rPr sz="1400" kern="1200" lang="en-US" dirty="0">
                <a:solidFill>
                  <a:srgbClr val="003976"/>
                </a:solidFill>
                <a:latin typeface="Source Code Pro" pitchFamily="34" charset="0"/>
                <a:ea typeface="Source Code Pro" pitchFamily="34" charset="-122"/>
                <a:cs typeface="Source Code Pro" pitchFamily="34" charset="-120"/>
              </a:rPr>
              <a:t>‹#›</a:t>
            </a:fld>
            <a:endParaRPr lang="en-US" sz="1400"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type="cust">
  <p:cSld name="ATR - Thank You">
    <p:bg>
      <p:bgPr>
        <a:solidFill>
          <a:srgbClr val="003976"/>
        </a:solidFill>
      </p:bgPr>
    </p:bg>
    <p:spTree>
      <p:nvGrpSpPr>
        <p:cNvPr id="1" name=""/>
        <p:cNvGrpSpPr/>
        <p:nvPr/>
      </p:nvGrpSpPr>
      <p:grpSpPr>
        <a:xfrm>
          <a:off x="0" y="0"/>
          <a:ext cx="0" cy="0"/>
          <a:chOff x="0" y="0"/>
          <a:chExt cx="0" cy="0"/>
        </a:xfrm>
      </p:grpSpPr>
      <p:pic>
        <p:nvPicPr>
          <p:cNvPr id="2" name="Image 0" descr="">    </p:cNvPr>
          <p:cNvPicPr>
            <a:picLocks noChangeAspect="1"/>
          </p:cNvPicPr>
          <p:nvPr/>
        </p:nvPicPr>
        <p:blipFill>
          <a:blip r:embed="rId1"/>
          <a:stretch>
            <a:fillRect/>
          </a:stretch>
        </p:blipFill>
        <p:spPr>
          <a:xfrm>
            <a:off x="0" y="0"/>
            <a:ext cx="9144000" cy="304800"/>
          </a:xfrm>
          <a:prstGeom prst="rect">
            <a:avLst/>
          </a:prstGeom>
        </p:spPr>
      </p:pic>
      <p:sp>
        <p:nvSpPr>
          <p:cNvPr id="3" name="title"/>
          <p:cNvSpPr>
            <a:spLocks noGrp="1"/>
          </p:cNvSpPr>
          <p:nvPr>
            <p:ph idx="101" type="title" hasCustomPrompt="1"/>
          </p:nvPr>
        </p:nvSpPr>
        <p:spPr>
          <a:xfrm>
            <a:off x="457200" y="658368"/>
            <a:ext cx="4206240" cy="822960"/>
          </a:xfrm>
          <a:prstGeom prst="rect">
            <a:avLst/>
          </a:prstGeom>
          <a:noFill/>
          <a:ln/>
        </p:spPr>
        <p:txBody>
          <a:bodyPr wrap="square" rtlCol="0" lIns="0" tIns="0" rIns="0" bIns="0" anchor="ctr">
            <a:normAutofit/>
          </a:bodyPr>
          <a:lstStyle>
            <a:lvl1pPr algn="l" indent="0" marL="0">
              <a:lnSpc>
                <a:spcPct val="80000"/>
              </a:lnSpc>
              <a:spcBef>
                <a:spcPts val="0"/>
              </a:spcBef>
              <a:spcAft>
                <a:spcPts val="0"/>
              </a:spcAft>
              <a:buNone/>
              <a:defRPr lang="en-US" sz="6000" dirty="0">
                <a:solidFill>
                  <a:srgbClr val="FFFFFF"/>
                </a:solidFill>
                <a:latin typeface="Source Sans 3 Black" pitchFamily="34" charset="0"/>
                <a:ea typeface="Source Sans 3 Black" pitchFamily="34" charset="-122"/>
                <a:cs typeface="Source Sans 3 Black" pitchFamily="34" charset="-120"/>
              </a:defRPr>
            </a:lvl1pPr>
          </a:lstStyle>
          <a:p>
            <a:pPr algn="l" indent="0" marL="0">
              <a:lnSpc>
                <a:spcPct val="80000"/>
              </a:lnSpc>
              <a:buNone/>
            </a:pPr>
            <a:r>
              <a:rPr lang="en-US" sz="6000" dirty="0">
                <a:solidFill>
                  <a:srgbClr val="FFFFFF"/>
                </a:solidFill>
                <a:latin typeface="Source Sans 3 Black" pitchFamily="34" charset="0"/>
                <a:ea typeface="Source Sans 3 Black" pitchFamily="34" charset="-122"/>
                <a:cs typeface="Source Sans 3 Black" pitchFamily="34" charset="-120"/>
              </a:rPr>
              <a:t>Thank you</a:t>
            </a:r>
            <a:endParaRPr lang="en-US" sz="6000" dirty="0"/>
          </a:p>
        </p:txBody>
      </p:sp>
      <p:sp>
        <p:nvSpPr>
          <p:cNvPr id="4" name="presenter"/>
          <p:cNvSpPr>
            <a:spLocks noGrp="1"/>
          </p:cNvSpPr>
          <p:nvPr>
            <p:ph idx="102" type="body" hasCustomPrompt="1"/>
          </p:nvPr>
        </p:nvSpPr>
        <p:spPr>
          <a:xfrm>
            <a:off x="457200" y="1554480"/>
            <a:ext cx="4206240" cy="365760"/>
          </a:xfrm>
          <a:prstGeom prst="rect">
            <a:avLst/>
          </a:prstGeom>
          <a:noFill/>
          <a:ln/>
        </p:spPr>
        <p:txBody>
          <a:bodyPr wrap="square" rtlCol="0" lIns="0" tIns="0" rIns="0" bIns="0" anchor="t">
            <a:normAutofit/>
          </a:bodyPr>
          <a:lstStyle>
            <a:lvl1pPr algn="l" indent="0" marL="0">
              <a:lnSpc>
                <a:spcPct val="88000"/>
              </a:lnSpc>
              <a:spcBef>
                <a:spcPts val="0"/>
              </a:spcBef>
              <a:spcAft>
                <a:spcPts val="0"/>
              </a:spcAft>
              <a:buNone/>
              <a:defRPr lang="en-US" sz="2400" b="1" dirty="0">
                <a:solidFill>
                  <a:srgbClr val="FFFFFF"/>
                </a:solidFill>
                <a:latin typeface="Source Sans 3" pitchFamily="34" charset="0"/>
                <a:ea typeface="Source Sans 3" pitchFamily="34" charset="-122"/>
                <a:cs typeface="Source Sans 3" pitchFamily="34" charset="-120"/>
              </a:defRPr>
            </a:lvl1pPr>
          </a:lstStyle>
          <a:p>
            <a:pPr algn="l" indent="0" marL="0">
              <a:lnSpc>
                <a:spcPct val="88000"/>
              </a:lnSpc>
              <a:buNone/>
            </a:pPr>
            <a:r>
              <a:rPr lang="en-US" sz="2400" b="1" dirty="0">
                <a:solidFill>
                  <a:srgbClr val="FFFFFF"/>
                </a:solidFill>
                <a:latin typeface="Source Sans 3" pitchFamily="34" charset="0"/>
                <a:ea typeface="Source Sans 3" pitchFamily="34" charset="-122"/>
                <a:cs typeface="Source Sans 3" pitchFamily="34" charset="-120"/>
              </a:rPr>
              <a:t>[Presenter Name]</a:t>
            </a:r>
            <a:endParaRPr lang="en-US" sz="2400" dirty="0"/>
          </a:p>
        </p:txBody>
      </p:sp>
      <p:sp>
        <p:nvSpPr>
          <p:cNvPr id="5" name="email"/>
          <p:cNvSpPr>
            <a:spLocks noGrp="1"/>
          </p:cNvSpPr>
          <p:nvPr>
            <p:ph idx="103" type="body" hasCustomPrompt="1"/>
          </p:nvPr>
        </p:nvSpPr>
        <p:spPr>
          <a:xfrm>
            <a:off x="457200" y="1975104"/>
            <a:ext cx="4206240" cy="329184"/>
          </a:xfrm>
          <a:prstGeom prst="rect">
            <a:avLst/>
          </a:prstGeom>
          <a:noFill/>
          <a:ln/>
        </p:spPr>
        <p:txBody>
          <a:bodyPr wrap="square" rtlCol="0" lIns="0" tIns="0" rIns="0" bIns="0" anchor="t">
            <a:normAutofit/>
          </a:bodyPr>
          <a:lstStyle>
            <a:lvl1pPr algn="l" indent="0" marL="0">
              <a:lnSpc>
                <a:spcPct val="101000"/>
              </a:lnSpc>
              <a:spcBef>
                <a:spcPts val="0"/>
              </a:spcBef>
              <a:spcAft>
                <a:spcPts val="0"/>
              </a:spcAft>
              <a:buNone/>
              <a:defRPr lang="en-US" sz="1800" dirty="0">
                <a:solidFill>
                  <a:srgbClr val="EFAB00"/>
                </a:solidFill>
                <a:latin typeface="Source Sans 3" pitchFamily="34" charset="0"/>
                <a:ea typeface="Source Sans 3" pitchFamily="34" charset="-122"/>
                <a:cs typeface="Source Sans 3" pitchFamily="34" charset="-120"/>
              </a:defRPr>
            </a:lvl1pPr>
          </a:lstStyle>
          <a:p>
            <a:pPr algn="l" indent="0" marL="0">
              <a:lnSpc>
                <a:spcPct val="101000"/>
              </a:lnSpc>
              <a:buNone/>
            </a:pPr>
            <a:r>
              <a:rPr lang="en-US" sz="1800" dirty="0">
                <a:solidFill>
                  <a:srgbClr val="EFAB00"/>
                </a:solidFill>
                <a:latin typeface="Source Sans 3" pitchFamily="34" charset="0"/>
                <a:ea typeface="Source Sans 3" pitchFamily="34" charset="-122"/>
                <a:cs typeface="Source Sans 3" pitchFamily="34" charset="-120"/>
              </a:rPr>
              <a:t>[presenter@kent.edu]</a:t>
            </a:r>
            <a:endParaRPr lang="en-US" sz="1800" dirty="0"/>
          </a:p>
        </p:txBody>
      </p:sp>
      <p:sp>
        <p:nvSpPr>
          <p:cNvPr id="6" name="message"/>
          <p:cNvSpPr>
            <a:spLocks noGrp="1"/>
          </p:cNvSpPr>
          <p:nvPr>
            <p:ph idx="104" type="body" hasCustomPrompt="1"/>
          </p:nvPr>
        </p:nvSpPr>
        <p:spPr>
          <a:xfrm>
            <a:off x="457200" y="2359152"/>
            <a:ext cx="4206240" cy="329184"/>
          </a:xfrm>
          <a:prstGeom prst="rect">
            <a:avLst/>
          </a:prstGeom>
          <a:noFill/>
          <a:ln/>
        </p:spPr>
        <p:txBody>
          <a:bodyPr wrap="square" rtlCol="0" lIns="0" tIns="0" rIns="0" bIns="0" anchor="t">
            <a:normAutofit/>
          </a:bodyPr>
          <a:lstStyle>
            <a:lvl1pPr algn="l" indent="0" marL="0">
              <a:lnSpc>
                <a:spcPct val="101000"/>
              </a:lnSpc>
              <a:spcBef>
                <a:spcPts val="0"/>
              </a:spcBef>
              <a:spcAft>
                <a:spcPts val="0"/>
              </a:spcAft>
              <a:buNone/>
              <a:defRPr lang="en-US" sz="1800" dirty="0">
                <a:solidFill>
                  <a:srgbClr val="FFFFFF"/>
                </a:solidFill>
                <a:latin typeface="Source Sans 3" pitchFamily="34" charset="0"/>
                <a:ea typeface="Source Sans 3" pitchFamily="34" charset="-122"/>
                <a:cs typeface="Source Sans 3" pitchFamily="34" charset="-120"/>
              </a:defRPr>
            </a:lvl1pPr>
          </a:lstStyle>
          <a:p>
            <a:pPr algn="l" indent="0" marL="0">
              <a:lnSpc>
                <a:spcPct val="101000"/>
              </a:lnSpc>
              <a:buNone/>
            </a:pPr>
            <a:r>
              <a:rPr lang="en-US" sz="1800" dirty="0">
                <a:solidFill>
                  <a:srgbClr val="FFFFFF"/>
                </a:solidFill>
                <a:latin typeface="Source Sans 3" pitchFamily="34" charset="0"/>
                <a:ea typeface="Source Sans 3" pitchFamily="34" charset="-122"/>
                <a:cs typeface="Source Sans 3" pitchFamily="34" charset="-120"/>
              </a:rPr>
              <a:t>Questions and collaboration welcome.</a:t>
            </a:r>
            <a:endParaRPr lang="en-US" sz="1800" dirty="0"/>
          </a:p>
        </p:txBody>
      </p:sp>
      <p:sp>
        <p:nvSpPr>
          <p:cNvPr id="7" name="Text 0"/>
          <p:cNvSpPr txBox="1"/>
          <p:nvPr/>
        </p:nvSpPr>
        <p:spPr>
          <a:xfrm>
            <a:off x="457200" y="2761488"/>
            <a:ext cx="4297680" cy="768096"/>
          </a:xfrm>
          <a:prstGeom prst="rect">
            <a:avLst/>
          </a:prstGeom>
          <a:noFill/>
          <a:ln/>
        </p:spPr>
        <p:txBody>
          <a:bodyPr wrap="square" lIns="0" tIns="0" rIns="0" bIns="0" rtlCol="0" anchor="t"/>
          <a:lstStyle/>
          <a:p>
            <a:pPr algn="l" indent="0" marL="0">
              <a:lnSpc>
                <a:spcPts val="2000"/>
              </a:lnSpc>
              <a:buNone/>
            </a:pPr>
            <a:r>
              <a:rPr lang="en-US" sz="1600" dirty="0">
                <a:solidFill>
                  <a:srgbClr val="FFFFFF"/>
                </a:solidFill>
                <a:latin typeface="Source Sans 3" pitchFamily="34" charset="0"/>
                <a:ea typeface="Source Sans 3" pitchFamily="34" charset="-122"/>
                <a:cs typeface="Source Sans 3" pitchFamily="34" charset="-120"/>
              </a:rPr>
              <a:t>Department of Computer Science</a:t>
            </a:r>
            <a:endParaRPr lang="en-US" sz="1600" dirty="0"/>
          </a:p>
          <a:p>
            <a:pPr algn="l" indent="0" marL="0">
              <a:lnSpc>
                <a:spcPts val="2000"/>
              </a:lnSpc>
              <a:buNone/>
            </a:pPr>
            <a:r>
              <a:rPr lang="en-US" sz="1600" dirty="0">
                <a:solidFill>
                  <a:srgbClr val="FFFFFF"/>
                </a:solidFill>
                <a:latin typeface="Source Sans 3" pitchFamily="34" charset="0"/>
                <a:ea typeface="Source Sans 3" pitchFamily="34" charset="-122"/>
                <a:cs typeface="Source Sans 3" pitchFamily="34" charset="-120"/>
              </a:rPr>
              <a:t>241 Mathematical Sciences Building</a:t>
            </a:r>
            <a:endParaRPr lang="en-US" sz="1600" dirty="0"/>
          </a:p>
          <a:p>
            <a:pPr algn="l" indent="0" marL="0">
              <a:lnSpc>
                <a:spcPts val="2000"/>
              </a:lnSpc>
              <a:buNone/>
            </a:pPr>
            <a:r>
              <a:rPr lang="en-US" sz="1600" dirty="0">
                <a:solidFill>
                  <a:srgbClr val="FFFFFF"/>
                </a:solidFill>
                <a:latin typeface="Source Sans 3" pitchFamily="34" charset="0"/>
                <a:ea typeface="Source Sans 3" pitchFamily="34" charset="-122"/>
                <a:cs typeface="Source Sans 3" pitchFamily="34" charset="-120"/>
              </a:rPr>
              <a:t>1300 Lefton Esplanade, Kent, OH 44242-0001</a:t>
            </a:r>
            <a:endParaRPr lang="en-US" sz="1600" dirty="0"/>
          </a:p>
        </p:txBody>
      </p:sp>
      <p:sp>
        <p:nvSpPr>
          <p:cNvPr id="8" name="Text 1"/>
          <p:cNvSpPr txBox="1"/>
          <p:nvPr/>
        </p:nvSpPr>
        <p:spPr>
          <a:xfrm>
            <a:off x="4846320" y="1554480"/>
            <a:ext cx="3840480" cy="274320"/>
          </a:xfrm>
          <a:prstGeom prst="rect">
            <a:avLst/>
          </a:prstGeom>
          <a:noFill/>
          <a:ln/>
        </p:spPr>
        <p:txBody>
          <a:bodyPr wrap="square" lIns="0" tIns="0" rIns="0" bIns="0" rtlCol="0" anchor="ctr"/>
          <a:lstStyle/>
          <a:p>
            <a:pPr algn="l" indent="0" marL="0">
              <a:lnSpc>
                <a:spcPts val="1800"/>
              </a:lnSpc>
              <a:buNone/>
            </a:pPr>
            <a:r>
              <a:rPr lang="en-US" sz="1400" b="1" spc="250" kern="0" dirty="0">
                <a:solidFill>
                  <a:srgbClr val="EFAB00"/>
                </a:solidFill>
                <a:latin typeface="Source Sans 3" pitchFamily="34" charset="0"/>
                <a:ea typeface="Source Sans 3" pitchFamily="34" charset="-122"/>
                <a:cs typeface="Source Sans 3" pitchFamily="34" charset="-120"/>
              </a:rPr>
              <a:t>FIND THE LAB</a:t>
            </a:r>
            <a:endParaRPr lang="en-US" sz="1400" dirty="0"/>
          </a:p>
        </p:txBody>
      </p:sp>
      <p:sp>
        <p:nvSpPr>
          <p:cNvPr id="9" name="Text 2"/>
          <p:cNvSpPr txBox="1"/>
          <p:nvPr/>
        </p:nvSpPr>
        <p:spPr>
          <a:xfrm>
            <a:off x="4846320" y="1920240"/>
            <a:ext cx="914400" cy="274320"/>
          </a:xfrm>
          <a:prstGeom prst="rect">
            <a:avLst/>
          </a:prstGeom>
          <a:noFill/>
          <a:ln/>
        </p:spPr>
        <p:txBody>
          <a:bodyPr wrap="square" lIns="0" tIns="0" rIns="0" bIns="0" rtlCol="0" anchor="ctr"/>
          <a:lstStyle/>
          <a:p>
            <a:pPr algn="l" indent="0" marL="0">
              <a:lnSpc>
                <a:spcPts val="1800"/>
              </a:lnSpc>
              <a:buNone/>
            </a:pPr>
            <a:r>
              <a:rPr lang="en-US" sz="1400" b="1" spc="250" kern="0" dirty="0">
                <a:solidFill>
                  <a:srgbClr val="EFAB00"/>
                </a:solidFill>
                <a:latin typeface="Source Sans 3" pitchFamily="34" charset="0"/>
                <a:ea typeface="Source Sans 3" pitchFamily="34" charset="-122"/>
                <a:cs typeface="Source Sans 3" pitchFamily="34" charset="-120"/>
              </a:rPr>
              <a:t>WEB</a:t>
            </a:r>
            <a:endParaRPr lang="en-US" sz="1400" dirty="0"/>
          </a:p>
        </p:txBody>
      </p:sp>
      <p:sp>
        <p:nvSpPr>
          <p:cNvPr id="10" name="Text 3"/>
          <p:cNvSpPr txBox="1"/>
          <p:nvPr/>
        </p:nvSpPr>
        <p:spPr>
          <a:xfrm>
            <a:off x="5760720" y="1920240"/>
            <a:ext cx="2926080" cy="274320"/>
          </a:xfrm>
          <a:prstGeom prst="rect">
            <a:avLst/>
          </a:prstGeom>
          <a:noFill/>
          <a:ln/>
        </p:spPr>
        <p:txBody>
          <a:bodyPr wrap="square" lIns="0" tIns="0" rIns="0" bIns="0" rtlCol="0" anchor="ctr"/>
          <a:lstStyle/>
          <a:p>
            <a:pPr algn="l" indent="0" marL="0">
              <a:lnSpc>
                <a:spcPts val="2400"/>
              </a:lnSpc>
              <a:buNone/>
            </a:pPr>
            <a:r>
              <a:rPr lang="en-US" sz="1800" dirty="0">
                <a:solidFill>
                  <a:srgbClr val="FFFFFF"/>
                </a:solidFill>
                <a:latin typeface="Source Sans 3" pitchFamily="34" charset="0"/>
                <a:ea typeface="Source Sans 3" pitchFamily="34" charset="-122"/>
                <a:cs typeface="Source Sans 3" pitchFamily="34" charset="-120"/>
              </a:rPr>
              <a:t>atr.cs.kent.edu</a:t>
            </a:r>
            <a:endParaRPr lang="en-US" sz="1800" dirty="0"/>
          </a:p>
        </p:txBody>
      </p:sp>
      <p:sp>
        <p:nvSpPr>
          <p:cNvPr id="11" name="Text 4"/>
          <p:cNvSpPr txBox="1"/>
          <p:nvPr/>
        </p:nvSpPr>
        <p:spPr>
          <a:xfrm>
            <a:off x="4846320" y="2286000"/>
            <a:ext cx="914400" cy="274320"/>
          </a:xfrm>
          <a:prstGeom prst="rect">
            <a:avLst/>
          </a:prstGeom>
          <a:noFill/>
          <a:ln/>
        </p:spPr>
        <p:txBody>
          <a:bodyPr wrap="square" lIns="0" tIns="0" rIns="0" bIns="0" rtlCol="0" anchor="ctr"/>
          <a:lstStyle/>
          <a:p>
            <a:pPr algn="l" indent="0" marL="0">
              <a:lnSpc>
                <a:spcPts val="1800"/>
              </a:lnSpc>
              <a:buNone/>
            </a:pPr>
            <a:r>
              <a:rPr lang="en-US" sz="1400" b="1" spc="250" kern="0" dirty="0">
                <a:solidFill>
                  <a:srgbClr val="EFAB00"/>
                </a:solidFill>
                <a:latin typeface="Source Sans 3" pitchFamily="34" charset="0"/>
                <a:ea typeface="Source Sans 3" pitchFamily="34" charset="-122"/>
                <a:cs typeface="Source Sans 3" pitchFamily="34" charset="-120"/>
              </a:rPr>
              <a:t>EMAIL</a:t>
            </a:r>
            <a:endParaRPr lang="en-US" sz="1400" dirty="0"/>
          </a:p>
        </p:txBody>
      </p:sp>
      <p:sp>
        <p:nvSpPr>
          <p:cNvPr id="12" name="Text 5"/>
          <p:cNvSpPr txBox="1"/>
          <p:nvPr/>
        </p:nvSpPr>
        <p:spPr>
          <a:xfrm>
            <a:off x="5760720" y="2286000"/>
            <a:ext cx="2926080" cy="274320"/>
          </a:xfrm>
          <a:prstGeom prst="rect">
            <a:avLst/>
          </a:prstGeom>
          <a:noFill/>
          <a:ln/>
        </p:spPr>
        <p:txBody>
          <a:bodyPr wrap="square" lIns="0" tIns="0" rIns="0" bIns="0" rtlCol="0" anchor="ctr"/>
          <a:lstStyle/>
          <a:p>
            <a:pPr algn="l" indent="0" marL="0">
              <a:lnSpc>
                <a:spcPts val="2400"/>
              </a:lnSpc>
              <a:buNone/>
            </a:pPr>
            <a:r>
              <a:rPr lang="en-US" sz="1800" dirty="0">
                <a:solidFill>
                  <a:srgbClr val="FFFFFF"/>
                </a:solidFill>
                <a:latin typeface="Source Sans 3" pitchFamily="34" charset="0"/>
                <a:ea typeface="Source Sans 3" pitchFamily="34" charset="-122"/>
                <a:cs typeface="Source Sans 3" pitchFamily="34" charset="-120"/>
              </a:rPr>
              <a:t>atrlab.kent@gmail.com</a:t>
            </a:r>
            <a:endParaRPr lang="en-US" sz="1800" dirty="0"/>
          </a:p>
        </p:txBody>
      </p:sp>
      <p:sp>
        <p:nvSpPr>
          <p:cNvPr id="13" name="Text 6"/>
          <p:cNvSpPr txBox="1"/>
          <p:nvPr/>
        </p:nvSpPr>
        <p:spPr>
          <a:xfrm>
            <a:off x="4846320" y="2651760"/>
            <a:ext cx="914400" cy="274320"/>
          </a:xfrm>
          <a:prstGeom prst="rect">
            <a:avLst/>
          </a:prstGeom>
          <a:noFill/>
          <a:ln/>
        </p:spPr>
        <p:txBody>
          <a:bodyPr wrap="square" lIns="0" tIns="0" rIns="0" bIns="0" rtlCol="0" anchor="ctr"/>
          <a:lstStyle/>
          <a:p>
            <a:pPr algn="l" indent="0" marL="0">
              <a:lnSpc>
                <a:spcPts val="1800"/>
              </a:lnSpc>
              <a:buNone/>
            </a:pPr>
            <a:r>
              <a:rPr lang="en-US" sz="1400" b="1" spc="250" kern="0" dirty="0">
                <a:solidFill>
                  <a:srgbClr val="EFAB00"/>
                </a:solidFill>
                <a:latin typeface="Source Sans 3" pitchFamily="34" charset="0"/>
                <a:ea typeface="Source Sans 3" pitchFamily="34" charset="-122"/>
                <a:cs typeface="Source Sans 3" pitchFamily="34" charset="-120"/>
              </a:rPr>
              <a:t>X</a:t>
            </a:r>
            <a:endParaRPr lang="en-US" sz="1400" dirty="0"/>
          </a:p>
        </p:txBody>
      </p:sp>
      <p:sp>
        <p:nvSpPr>
          <p:cNvPr id="14" name="Text 7"/>
          <p:cNvSpPr txBox="1"/>
          <p:nvPr/>
        </p:nvSpPr>
        <p:spPr>
          <a:xfrm>
            <a:off x="5760720" y="2651760"/>
            <a:ext cx="2926080" cy="274320"/>
          </a:xfrm>
          <a:prstGeom prst="rect">
            <a:avLst/>
          </a:prstGeom>
          <a:noFill/>
          <a:ln/>
        </p:spPr>
        <p:txBody>
          <a:bodyPr wrap="square" lIns="0" tIns="0" rIns="0" bIns="0" rtlCol="0" anchor="ctr"/>
          <a:lstStyle/>
          <a:p>
            <a:pPr algn="l" indent="0" marL="0">
              <a:lnSpc>
                <a:spcPts val="2400"/>
              </a:lnSpc>
              <a:buNone/>
            </a:pPr>
            <a:r>
              <a:rPr lang="en-US" sz="1800" dirty="0">
                <a:solidFill>
                  <a:srgbClr val="FFFFFF"/>
                </a:solidFill>
                <a:latin typeface="Source Sans 3" pitchFamily="34" charset="0"/>
                <a:ea typeface="Source Sans 3" pitchFamily="34" charset="-122"/>
                <a:cs typeface="Source Sans 3" pitchFamily="34" charset="-120"/>
              </a:rPr>
              <a:t>@atrlab_kent</a:t>
            </a:r>
            <a:endParaRPr lang="en-US" sz="1800" dirty="0"/>
          </a:p>
        </p:txBody>
      </p:sp>
      <p:sp>
        <p:nvSpPr>
          <p:cNvPr id="15" name="Text 8"/>
          <p:cNvSpPr txBox="1"/>
          <p:nvPr/>
        </p:nvSpPr>
        <p:spPr>
          <a:xfrm>
            <a:off x="4846320" y="3017520"/>
            <a:ext cx="914400" cy="274320"/>
          </a:xfrm>
          <a:prstGeom prst="rect">
            <a:avLst/>
          </a:prstGeom>
          <a:noFill/>
          <a:ln/>
        </p:spPr>
        <p:txBody>
          <a:bodyPr wrap="square" lIns="0" tIns="0" rIns="0" bIns="0" rtlCol="0" anchor="ctr"/>
          <a:lstStyle/>
          <a:p>
            <a:pPr algn="l" indent="0" marL="0">
              <a:lnSpc>
                <a:spcPts val="1800"/>
              </a:lnSpc>
              <a:buNone/>
            </a:pPr>
            <a:r>
              <a:rPr lang="en-US" sz="1400" b="1" spc="250" kern="0" dirty="0">
                <a:solidFill>
                  <a:srgbClr val="EFAB00"/>
                </a:solidFill>
                <a:latin typeface="Source Sans 3" pitchFamily="34" charset="0"/>
                <a:ea typeface="Source Sans 3" pitchFamily="34" charset="-122"/>
                <a:cs typeface="Source Sans 3" pitchFamily="34" charset="-120"/>
              </a:rPr>
              <a:t>GITHUB</a:t>
            </a:r>
            <a:endParaRPr lang="en-US" sz="1400" dirty="0"/>
          </a:p>
        </p:txBody>
      </p:sp>
      <p:sp>
        <p:nvSpPr>
          <p:cNvPr id="16" name="Text 9"/>
          <p:cNvSpPr txBox="1"/>
          <p:nvPr/>
        </p:nvSpPr>
        <p:spPr>
          <a:xfrm>
            <a:off x="5760720" y="3017520"/>
            <a:ext cx="2926080" cy="274320"/>
          </a:xfrm>
          <a:prstGeom prst="rect">
            <a:avLst/>
          </a:prstGeom>
          <a:noFill/>
          <a:ln/>
        </p:spPr>
        <p:txBody>
          <a:bodyPr wrap="square" lIns="0" tIns="0" rIns="0" bIns="0" rtlCol="0" anchor="ctr"/>
          <a:lstStyle/>
          <a:p>
            <a:pPr algn="l" indent="0" marL="0">
              <a:lnSpc>
                <a:spcPts val="2400"/>
              </a:lnSpc>
              <a:buNone/>
            </a:pPr>
            <a:r>
              <a:rPr lang="en-US" sz="1800" dirty="0">
                <a:solidFill>
                  <a:srgbClr val="FFFFFF"/>
                </a:solidFill>
                <a:latin typeface="Source Sans 3" pitchFamily="34" charset="0"/>
                <a:ea typeface="Source Sans 3" pitchFamily="34" charset="-122"/>
                <a:cs typeface="Source Sans 3" pitchFamily="34" charset="-120"/>
              </a:rPr>
              <a:t>github.com/ATR-Lab</a:t>
            </a:r>
            <a:endParaRPr lang="en-US" sz="1800" dirty="0"/>
          </a:p>
        </p:txBody>
      </p:sp>
      <p:pic>
        <p:nvPicPr>
          <p:cNvPr id="17" name="Image 1" descr="Advanced Telerobotics Research logo">    </p:cNvPr>
          <p:cNvPicPr>
            <a:picLocks noChangeAspect="1"/>
          </p:cNvPicPr>
          <p:nvPr/>
        </p:nvPicPr>
        <p:blipFill>
          <a:blip r:embed="rId2"/>
          <a:stretch>
            <a:fillRect/>
          </a:stretch>
        </p:blipFill>
        <p:spPr>
          <a:xfrm>
            <a:off x="457200" y="3854196"/>
            <a:ext cx="2430379" cy="923544"/>
          </a:xfrm>
          <a:prstGeom prst="rect">
            <a:avLst/>
          </a:prstGeom>
        </p:spPr>
      </p:pic>
      <p:pic>
        <p:nvPicPr>
          <p:cNvPr id="18" name="Image 2" descr="Kent State University wordmark">    </p:cNvPr>
          <p:cNvPicPr>
            <a:picLocks noChangeAspect="1"/>
          </p:cNvPicPr>
          <p:nvPr/>
        </p:nvPicPr>
        <p:blipFill>
          <a:blip r:embed="rId3"/>
          <a:stretch>
            <a:fillRect/>
          </a:stretch>
        </p:blipFill>
        <p:spPr>
          <a:xfrm>
            <a:off x="7719728" y="3854196"/>
            <a:ext cx="967072" cy="923544"/>
          </a:xfrm>
          <a:prstGeom prst="rect">
            <a:avLst/>
          </a:prstGeom>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type="blank">
  <p:cSld name="ATR - Blank Branded">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66928" cy="566928"/>
          </a:xfrm>
          <a:prstGeom prst="rect">
            <a:avLst/>
          </a:prstGeom>
          <a:solidFill>
            <a:srgbClr val="EFAB00"/>
          </a:solidFill>
          <a:ln w="12700">
            <a:solidFill>
              <a:srgbClr val="EFAB00"/>
            </a:solidFill>
            <a:prstDash val="solid"/>
          </a:ln>
        </p:spPr>
      </p:sp>
      <p:pic>
        <p:nvPicPr>
          <p:cNvPr id="3" name="Image 0" descr="ATR Lab mark">    </p:cNvPr>
          <p:cNvPicPr>
            <a:picLocks noChangeAspect="1"/>
          </p:cNvPicPr>
          <p:nvPr/>
        </p:nvPicPr>
        <p:blipFill>
          <a:blip r:embed="rId1"/>
          <a:stretch>
            <a:fillRect/>
          </a:stretch>
        </p:blipFill>
        <p:spPr>
          <a:xfrm>
            <a:off x="563453" y="484632"/>
            <a:ext cx="354421" cy="365760"/>
          </a:xfrm>
          <a:prstGeom prst="rect">
            <a:avLst/>
          </a:prstGeom>
        </p:spPr>
      </p:pic>
      <p:sp>
        <p:nvSpPr>
          <p:cNvPr id="4" name="Shape 1"/>
          <p:cNvSpPr/>
          <p:nvPr/>
        </p:nvSpPr>
        <p:spPr>
          <a:xfrm>
            <a:off x="457200" y="4590288"/>
            <a:ext cx="8229600" cy="0"/>
          </a:xfrm>
          <a:prstGeom prst="line">
            <a:avLst/>
          </a:prstGeom>
          <a:noFill/>
          <a:ln w="9525">
            <a:solidFill>
              <a:srgbClr val="D6DEE8"/>
            </a:solidFill>
            <a:prstDash val="solid"/>
          </a:ln>
        </p:spPr>
      </p:sp>
      <p:sp>
        <p:nvSpPr>
          <p:cNvPr id="5" name="Text 2"/>
          <p:cNvSpPr txBox="1"/>
          <p:nvPr/>
        </p:nvSpPr>
        <p:spPr>
          <a:xfrm>
            <a:off x="457200" y="4663440"/>
            <a:ext cx="6675120" cy="274320"/>
          </a:xfrm>
          <a:prstGeom prst="rect">
            <a:avLst/>
          </a:prstGeom>
          <a:noFill/>
          <a:ln/>
        </p:spPr>
        <p:txBody>
          <a:bodyPr wrap="square" lIns="0" tIns="0" rIns="0" bIns="0" rtlCol="0" anchor="ctr"/>
          <a:lstStyle/>
          <a:p>
            <a:pPr algn="l" indent="0" marL="0">
              <a:buNone/>
            </a:pPr>
            <a:r>
              <a:rPr lang="en-US" sz="1400" dirty="0">
                <a:solidFill>
                  <a:srgbClr val="4A5868"/>
                </a:solidFill>
                <a:latin typeface="Source Sans 3" pitchFamily="34" charset="0"/>
                <a:ea typeface="Source Sans 3" pitchFamily="34" charset="-122"/>
                <a:cs typeface="Source Sans 3" pitchFamily="34" charset="-120"/>
              </a:rPr>
              <a:t>Advanced Telerobotics Research Lab  ·  Kent State University</a:t>
            </a:r>
            <a:endParaRPr lang="en-US" sz="1400" dirty="0"/>
          </a:p>
        </p:txBody>
      </p:sp>
      <p:sp>
        <p:nvSpPr>
          <p:cNvPr id="6" name="Text 3"/>
          <p:cNvSpPr txBox="1"/>
          <p:nvPr/>
        </p:nvSpPr>
        <p:spPr>
          <a:xfrm>
            <a:off x="7315200" y="4663440"/>
            <a:ext cx="1371600" cy="274320"/>
          </a:xfrm>
          <a:prstGeom prst="rect">
            <a:avLst/>
          </a:prstGeom>
          <a:noFill/>
          <a:ln/>
        </p:spPr>
        <p:txBody>
          <a:bodyPr wrap="square" lIns="0" tIns="0" rIns="0" bIns="0" rtlCol="0" anchor="ctr"/>
          <a:lstStyle/>
          <a:p>
            <a:pPr algn="r" indent="0" marL="0">
              <a:buNone/>
            </a:pPr>
            <a:fld id="{1F6B5EA6-9FA2-4FE6-93A2-9B281B4F7FBD}" type="slidenum">
              <a:rPr lang="en-US" sz="1400" dirty="0">
                <a:solidFill>
                  <a:srgbClr val="003976"/>
                </a:solidFill>
                <a:latin typeface="Source Code Pro" pitchFamily="34" charset="0"/>
                <a:ea typeface="Source Code Pro" pitchFamily="34" charset="-122"/>
                <a:cs typeface="Source Code Pro" pitchFamily="34" charset="-120"/>
              </a:rPr>
              <a:t>‹#›</a:t>
            </a:fld>
            <a:endParaRPr lang="en-US" sz="1400" dirty="0"/>
          </a:p>
        </p:txBody>
      </p:sp>
      <p:sp>
        <p:nvSpPr>
          <p:cNvPr id="7" name="Slide Number Placeholder"/>
          <p:cNvSpPr>
            <a:spLocks noGrp="1"/>
          </p:cNvSpPr>
          <p:nvPr>
            <p:ph type="sldNum" sz="quarter" idx="12"/>
          </p:nvPr>
        </p:nvSpPr>
        <p:spPr>
          <a:xfrm>
            <a:off x="7315200" y="4663440"/>
            <a:ext cx="1371600" cy="274320"/>
          </a:xfrm>
          <a:prstGeom prst="rect">
            <a:avLst/>
          </a:prstGeom>
        </p:spPr>
        <p:txBody>
          <a:bodyPr wrap="square" lIns="0" tIns="0" rIns="0" bIns="0" rtlCol="0" anchor="ctr"/>
          <a:lstStyle>
            <a:lvl1pPr algn="r">
              <a:lnSpc>
                <a:spcPts val="1800"/>
              </a:lnSpc>
              <a:buNone/>
              <a:defRPr sz="1400" kern="1200" lang="en-US" dirty="0">
                <a:solidFill>
                  <a:srgbClr val="003976"/>
                </a:solidFill>
                <a:latin typeface="Source Code Pro" pitchFamily="34" charset="0"/>
                <a:ea typeface="Source Code Pro" pitchFamily="34" charset="-122"/>
                <a:cs typeface="Source Code Pro" pitchFamily="34" charset="-120"/>
              </a:defRPr>
            </a:lvl1pPr>
          </a:lstStyle>
          <a:p>
            <a:fld id="{A3C3BE1A-227C-49D2-B1E4-1196E14A4A18}" type="slidenum">
              <a:rPr sz="1400" kern="1200" lang="en-US" dirty="0">
                <a:solidFill>
                  <a:srgbClr val="003976"/>
                </a:solidFill>
                <a:latin typeface="Source Code Pro" pitchFamily="34" charset="0"/>
                <a:ea typeface="Source Code Pro" pitchFamily="34" charset="-122"/>
                <a:cs typeface="Source Code Pro" pitchFamily="34" charset="-120"/>
              </a:rPr>
              <a:t>‹#›</a:t>
            </a:fld>
            <a:endParaRPr lang="en-US" sz="1400" dirty="0"/>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p:cNvSpPr>
            <a:spLocks noGrp="1"/>
          </p:cNvSpPr>
          <p:nvPr>
            <p:ph type="sldNum" sz="quarter" idx="4294967295"/>
          </p:nvPr>
        </p:nvSpPr>
        <p:spPr>
          <a:xfrm>
            <a:off x="7315200" y="4663440"/>
            <a:ext cx="1371600" cy="274320"/>
          </a:xfrm>
          <a:prstGeom prst="rect">
            <a:avLst/>
          </a:prstGeom>
        </p:spPr>
        <p:txBody>
          <a:bodyPr wrap="square" lIns="0" tIns="0" rIns="0" bIns="0" rtlCol="0" anchor="ctr"/>
          <a:lstStyle>
            <a:lvl1pPr algn="r">
              <a:lnSpc>
                <a:spcPts val="1800"/>
              </a:lnSpc>
              <a:buNone/>
              <a:defRPr sz="1400" kern="1200" lang="en-US" dirty="0">
                <a:solidFill>
                  <a:srgbClr val="003976"/>
                </a:solidFill>
                <a:latin typeface="Source Code Pro" pitchFamily="34" charset="0"/>
                <a:ea typeface="Source Code Pro" pitchFamily="34" charset="-122"/>
                <a:cs typeface="Source Code Pro" pitchFamily="34" charset="-120"/>
              </a:defRPr>
            </a:lvl1pPr>
          </a:lstStyle>
          <a:p>
            <a:fld id="{C1E57E2B-545A-4361-8D69-C73B0D80D146}" type="slidenum">
              <a:rPr sz="1400" kern="1200" lang="en-US" dirty="0">
                <a:solidFill>
                  <a:srgbClr val="003976"/>
                </a:solidFill>
                <a:latin typeface="Source Code Pro" pitchFamily="34" charset="0"/>
                <a:ea typeface="Source Code Pro" pitchFamily="34" charset="-122"/>
                <a:cs typeface="Source Code Pro" pitchFamily="34" charset="-120"/>
              </a:rPr>
              <a:t>‹#›</a:t>
            </a:fld>
            <a:endParaRPr lang="en-US" sz="1400" dirty="0"/>
          </a:p>
        </p:txBody>
      </p:sp>
    </p:spTree>
  </p:cSld>
  <p:clrMap bg1="lt1" tx1="dk1" bg2="lt2" tx2="dk2" accent1="accent1" accent2="accent2" accent3="accent3" accent4="accent4" accent5="accent5" accent6="accent6" hlink="hlink" folHlink="folHlink"/>
  <p:sldLayoutIdLst>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Lst>
  <p:hf hdr="0" ftr="0" dt="0" sldNum="1"/>
  <p:txStyles>
    <p:titleStyle>
      <a:lvl1pPr marL="0" indent="0" algn="l" defTabSz="914400" rtl="0" eaLnBrk="1" latinLnBrk="0" hangingPunct="1">
        <a:lnSpc>
          <a:spcPts val="3600"/>
        </a:lnSpc>
        <a:spcBef>
          <a:spcPts val="0"/>
        </a:spcBef>
        <a:buNone/>
        <a:defRPr sz="3200" b="1" kern="1200" lang="en-US" dirty="0">
          <a:solidFill>
            <a:srgbClr val="003976"/>
          </a:solidFill>
          <a:latin typeface="Source Sans 3" pitchFamily="34" charset="0"/>
          <a:ea typeface="Source Sans 3" pitchFamily="34" charset="-122"/>
          <a:cs typeface="Source Sans 3" pitchFamily="34" charset="-120"/>
        </a:defRPr>
      </a:lvl1pPr>
    </p:titleStyle>
    <p:bodyStyle>
      <a:lvl1pPr marL="203200" indent="-203200" algn="l" defTabSz="914400" rtl="0" eaLnBrk="1" latinLnBrk="0" hangingPunct="1">
        <a:lnSpc>
          <a:spcPts val="2400"/>
        </a:lnSpc>
        <a:spcBef>
          <a:spcPts val="0"/>
        </a:spcBef>
        <a:spcAft>
          <a:spcPts val="800"/>
        </a:spcAft>
        <a:buClr>
          <a:srgbClr val="003976"/>
        </a:buClr>
        <a:buSzPct val="100000"/>
        <a:buFont typeface="Source Sans 3" pitchFamily="34" charset="0"/>
        <a:buChar char="▸"/>
        <a:defRPr sz="1800" kern="1200" lang="en-US" dirty="0">
          <a:solidFill>
            <a:srgbClr val="1B2533"/>
          </a:solidFill>
          <a:latin typeface="Source Sans 3" pitchFamily="34" charset="0"/>
          <a:ea typeface="Source Sans 3" pitchFamily="34" charset="-122"/>
          <a:cs typeface="Source Sans 3" pitchFamily="34" charset="-120"/>
        </a:defRPr>
      </a:lvl1pPr>
      <a:lvl2pPr marL="406400" indent="-203200" algn="l" defTabSz="914400" rtl="0" eaLnBrk="1" latinLnBrk="0" hangingPunct="1">
        <a:lnSpc>
          <a:spcPts val="2000"/>
        </a:lnSpc>
        <a:spcBef>
          <a:spcPts val="0"/>
        </a:spcBef>
        <a:spcAft>
          <a:spcPts val="600"/>
        </a:spcAft>
        <a:buClr>
          <a:srgbClr val="003976"/>
        </a:buClr>
        <a:buSzPct val="100000"/>
        <a:buFont typeface="Source Sans 3" pitchFamily="34" charset="0"/>
        <a:buChar char="▸"/>
        <a:defRPr sz="1600" kern="1200" lang="en-US" dirty="0">
          <a:solidFill>
            <a:srgbClr val="4A5868"/>
          </a:solidFill>
          <a:latin typeface="Source Sans 3" pitchFamily="34" charset="0"/>
          <a:ea typeface="Source Sans 3" pitchFamily="34" charset="-122"/>
          <a:cs typeface="Source Sans 3" pitchFamily="34" charset="-120"/>
        </a:defRPr>
      </a:lvl2pPr>
      <a:lvl3pPr marL="609600" indent="-203200" algn="l" defTabSz="914400" rtl="0" eaLnBrk="1" latinLnBrk="0" hangingPunct="1">
        <a:lnSpc>
          <a:spcPts val="2000"/>
        </a:lnSpc>
        <a:spcBef>
          <a:spcPts val="0"/>
        </a:spcBef>
        <a:spcAft>
          <a:spcPts val="600"/>
        </a:spcAft>
        <a:buClr>
          <a:srgbClr val="003976"/>
        </a:buClr>
        <a:buSzPct val="100000"/>
        <a:buFont typeface="Source Sans 3" pitchFamily="34" charset="0"/>
        <a:buChar char="▸"/>
        <a:defRPr sz="1600" kern="1200" lang="en-US" dirty="0">
          <a:solidFill>
            <a:srgbClr val="4A5868"/>
          </a:solidFill>
          <a:latin typeface="Source Sans 3" pitchFamily="34" charset="0"/>
          <a:ea typeface="Source Sans 3" pitchFamily="34" charset="-122"/>
          <a:cs typeface="Source Sans 3" pitchFamily="34" charset="-120"/>
        </a:defRPr>
      </a:lvl3pPr>
      <a:lvl4pPr marL="812800" indent="-203200" algn="l" defTabSz="914400" rtl="0" eaLnBrk="1" latinLnBrk="0" hangingPunct="1">
        <a:lnSpc>
          <a:spcPts val="1800"/>
        </a:lnSpc>
        <a:spcBef>
          <a:spcPts val="0"/>
        </a:spcBef>
        <a:spcAft>
          <a:spcPts val="400"/>
        </a:spcAft>
        <a:buClr>
          <a:srgbClr val="003976"/>
        </a:buClr>
        <a:buSzPct val="100000"/>
        <a:buFont typeface="Source Sans 3" pitchFamily="34" charset="0"/>
        <a:buChar char="▸"/>
        <a:defRPr sz="1400" kern="1200" lang="en-US" dirty="0">
          <a:solidFill>
            <a:srgbClr val="4A5868"/>
          </a:solidFill>
          <a:latin typeface="Source Sans 3" pitchFamily="34" charset="0"/>
          <a:ea typeface="Source Sans 3" pitchFamily="34" charset="-122"/>
          <a:cs typeface="Source Sans 3" pitchFamily="34" charset="-120"/>
        </a:defRPr>
      </a:lvl4pPr>
      <a:lvl5pPr marL="1016000" indent="-203200" algn="l" defTabSz="914400" rtl="0" eaLnBrk="1" latinLnBrk="0" hangingPunct="1">
        <a:lnSpc>
          <a:spcPts val="1800"/>
        </a:lnSpc>
        <a:spcBef>
          <a:spcPts val="0"/>
        </a:spcBef>
        <a:spcAft>
          <a:spcPts val="400"/>
        </a:spcAft>
        <a:buClr>
          <a:srgbClr val="003976"/>
        </a:buClr>
        <a:buSzPct val="100000"/>
        <a:buFont typeface="Source Sans 3" pitchFamily="34" charset="0"/>
        <a:buChar char="▸"/>
        <a:defRPr sz="1400" kern="1200" lang="en-US" dirty="0">
          <a:solidFill>
            <a:srgbClr val="4A5868"/>
          </a:solidFill>
          <a:latin typeface="Source Sans 3" pitchFamily="34" charset="0"/>
          <a:ea typeface="Source Sans 3" pitchFamily="34" charset="-122"/>
          <a:cs typeface="Source Sans 3" pitchFamily="34" charset="-120"/>
        </a:defRPr>
      </a:lvl5pPr>
    </p:bodyStyle>
    <p:otherStyle>
      <a:defPPr>
        <a:defRPr lang="en-US"/>
      </a:defPPr>
      <a:lvl1pPr marL="0" indent="0" algn="l" defTabSz="914400" rtl="0" eaLnBrk="1" latinLnBrk="0" hangingPunct="1">
        <a:lnSpc>
          <a:spcPts val="2400"/>
        </a:lnSpc>
        <a:spcBef>
          <a:spcPts val="0"/>
        </a:spcBef>
        <a:buNone/>
        <a:defRPr sz="1800" kern="1200" lang="en-US" dirty="0">
          <a:solidFill>
            <a:srgbClr val="1B2533"/>
          </a:solidFill>
          <a:latin typeface="Source Sans 3" pitchFamily="34" charset="0"/>
          <a:ea typeface="Source Sans 3" pitchFamily="34" charset="-122"/>
          <a:cs typeface="Source Sans 3" pitchFamily="34" charset="-120"/>
        </a:defRPr>
      </a:lvl1pPr>
      <a:lvl2pPr marL="457200" indent="0" algn="l" defTabSz="914400" rtl="0" eaLnBrk="1" latinLnBrk="0" hangingPunct="1">
        <a:lnSpc>
          <a:spcPts val="2400"/>
        </a:lnSpc>
        <a:spcBef>
          <a:spcPts val="0"/>
        </a:spcBef>
        <a:buNone/>
        <a:defRPr sz="1800" kern="1200" lang="en-US" dirty="0">
          <a:solidFill>
            <a:srgbClr val="1B2533"/>
          </a:solidFill>
          <a:latin typeface="Source Sans 3" pitchFamily="34" charset="0"/>
          <a:ea typeface="Source Sans 3" pitchFamily="34" charset="-122"/>
          <a:cs typeface="Source Sans 3" pitchFamily="34" charset="-120"/>
        </a:defRPr>
      </a:lvl2pPr>
      <a:lvl3pPr marL="914400" indent="0" algn="l" defTabSz="914400" rtl="0" eaLnBrk="1" latinLnBrk="0" hangingPunct="1">
        <a:lnSpc>
          <a:spcPts val="2400"/>
        </a:lnSpc>
        <a:spcBef>
          <a:spcPts val="0"/>
        </a:spcBef>
        <a:buNone/>
        <a:defRPr sz="1800" kern="1200" lang="en-US" dirty="0">
          <a:solidFill>
            <a:srgbClr val="1B2533"/>
          </a:solidFill>
          <a:latin typeface="Source Sans 3" pitchFamily="34" charset="0"/>
          <a:ea typeface="Source Sans 3" pitchFamily="34" charset="-122"/>
          <a:cs typeface="Source Sans 3" pitchFamily="34" charset="-120"/>
        </a:defRPr>
      </a:lvl3pPr>
      <a:lvl4pPr marL="1371600" indent="0" algn="l" defTabSz="914400" rtl="0" eaLnBrk="1" latinLnBrk="0" hangingPunct="1">
        <a:lnSpc>
          <a:spcPts val="2400"/>
        </a:lnSpc>
        <a:spcBef>
          <a:spcPts val="0"/>
        </a:spcBef>
        <a:buNone/>
        <a:defRPr sz="1800" kern="1200" lang="en-US" dirty="0">
          <a:solidFill>
            <a:srgbClr val="1B2533"/>
          </a:solidFill>
          <a:latin typeface="Source Sans 3" pitchFamily="34" charset="0"/>
          <a:ea typeface="Source Sans 3" pitchFamily="34" charset="-122"/>
          <a:cs typeface="Source Sans 3" pitchFamily="34" charset="-120"/>
        </a:defRPr>
      </a:lvl4pPr>
      <a:lvl5pPr marL="1828800" indent="0" algn="l" defTabSz="914400" rtl="0" eaLnBrk="1" latinLnBrk="0" hangingPunct="1">
        <a:lnSpc>
          <a:spcPts val="2400"/>
        </a:lnSpc>
        <a:spcBef>
          <a:spcPts val="0"/>
        </a:spcBef>
        <a:buNone/>
        <a:defRPr sz="1800" kern="1200" lang="en-US" dirty="0">
          <a:solidFill>
            <a:srgbClr val="1B2533"/>
          </a:solidFill>
          <a:latin typeface="Source Sans 3" pitchFamily="34" charset="0"/>
          <a:ea typeface="Source Sans 3" pitchFamily="34" charset="-122"/>
          <a:cs typeface="Source Sans 3" pitchFamily="34" charset="-120"/>
        </a:defRPr>
      </a:lvl5pPr>
      <a:lvl6pPr marL="2286000" indent="0" algn="l" defTabSz="914400" rtl="0" eaLnBrk="1" latinLnBrk="0" hangingPunct="1">
        <a:lnSpc>
          <a:spcPts val="2400"/>
        </a:lnSpc>
        <a:spcBef>
          <a:spcPts val="0"/>
        </a:spcBef>
        <a:buNone/>
        <a:defRPr sz="1800" kern="1200" lang="en-US" dirty="0">
          <a:solidFill>
            <a:srgbClr val="1B2533"/>
          </a:solidFill>
          <a:latin typeface="Source Sans 3" pitchFamily="34" charset="0"/>
          <a:ea typeface="Source Sans 3" pitchFamily="34" charset="-122"/>
          <a:cs typeface="Source Sans 3" pitchFamily="34" charset="-120"/>
        </a:defRPr>
      </a:lvl6pPr>
      <a:lvl7pPr marL="2743200" indent="0" algn="l" defTabSz="914400" rtl="0" eaLnBrk="1" latinLnBrk="0" hangingPunct="1">
        <a:lnSpc>
          <a:spcPts val="2400"/>
        </a:lnSpc>
        <a:spcBef>
          <a:spcPts val="0"/>
        </a:spcBef>
        <a:buNone/>
        <a:defRPr sz="1800" kern="1200" lang="en-US" dirty="0">
          <a:solidFill>
            <a:srgbClr val="1B2533"/>
          </a:solidFill>
          <a:latin typeface="Source Sans 3" pitchFamily="34" charset="0"/>
          <a:ea typeface="Source Sans 3" pitchFamily="34" charset="-122"/>
          <a:cs typeface="Source Sans 3" pitchFamily="34" charset="-120"/>
        </a:defRPr>
      </a:lvl7pPr>
      <a:lvl8pPr marL="3200400" indent="0" algn="l" defTabSz="914400" rtl="0" eaLnBrk="1" latinLnBrk="0" hangingPunct="1">
        <a:lnSpc>
          <a:spcPts val="2400"/>
        </a:lnSpc>
        <a:spcBef>
          <a:spcPts val="0"/>
        </a:spcBef>
        <a:buNone/>
        <a:defRPr sz="1800" kern="1200" lang="en-US" dirty="0">
          <a:solidFill>
            <a:srgbClr val="1B2533"/>
          </a:solidFill>
          <a:latin typeface="Source Sans 3" pitchFamily="34" charset="0"/>
          <a:ea typeface="Source Sans 3" pitchFamily="34" charset="-122"/>
          <a:cs typeface="Source Sans 3" pitchFamily="34" charset="-120"/>
        </a:defRPr>
      </a:lvl8pPr>
      <a:lvl9pPr marL="3657600" indent="0" algn="l" defTabSz="914400" rtl="0" eaLnBrk="1" latinLnBrk="0" hangingPunct="1">
        <a:lnSpc>
          <a:spcPts val="2400"/>
        </a:lnSpc>
        <a:spcBef>
          <a:spcPts val="0"/>
        </a:spcBef>
        <a:buNone/>
        <a:defRPr sz="1800" kern="1200" lang="en-US" dirty="0">
          <a:solidFill>
            <a:srgbClr val="1B2533"/>
          </a:solidFill>
          <a:latin typeface="Source Sans 3" pitchFamily="34" charset="0"/>
          <a:ea typeface="Source Sans 3" pitchFamily="34" charset="-122"/>
          <a:cs typeface="Source Sans 3" pitchFamily="34" charset="-120"/>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7.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8.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0.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2.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5.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1.png"/><Relationship Id="rId3" Type="http://schemas.openxmlformats.org/officeDocument/2006/relationships/image" Target="../media/image-17-1.png"/><Relationship Id="rId4" Type="http://schemas.openxmlformats.org/officeDocument/2006/relationships/image" Target="../media/image-17-1.png"/><Relationship Id="rId5" Type="http://schemas.openxmlformats.org/officeDocument/2006/relationships/image" Target="../media/image-17-1.png"/><Relationship Id="rId6" Type="http://schemas.openxmlformats.org/officeDocument/2006/relationships/image" Target="../media/image-17-1.png"/><Relationship Id="rId7" Type="http://schemas.openxmlformats.org/officeDocument/2006/relationships/image" Target="../media/image-17-1.png"/><Relationship Id="rId8" Type="http://schemas.openxmlformats.org/officeDocument/2006/relationships/image" Target="../media/image-17-1.png"/><Relationship Id="rId9" Type="http://schemas.openxmlformats.org/officeDocument/2006/relationships/slideLayout" Target="../slideLayouts/slideLayout18.xml"/><Relationship Id="rId10"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9.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1.png"/><Relationship Id="rId3" Type="http://schemas.openxmlformats.org/officeDocument/2006/relationships/image" Target="../media/image-20-1.png"/><Relationship Id="rId4" Type="http://schemas.openxmlformats.org/officeDocument/2006/relationships/image" Target="../media/image-20-1.png"/><Relationship Id="rId5" Type="http://schemas.openxmlformats.org/officeDocument/2006/relationships/slideLayout" Target="../slideLayouts/slideLayout21.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3.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1" type="body" hasCustomPrompt="1"/>
          </p:nvPr>
        </p:nvSpPr>
        <p:spPr>
          <a:xfrm>
            <a:off x="457200" y="384048"/>
            <a:ext cx="6309360" cy="274320"/>
          </a:xfrm>
          <a:prstGeom prst="rect">
            <a:avLst/>
          </a:prstGeom>
          <a:noFill/>
          <a:ln/>
        </p:spPr>
        <p:txBody>
          <a:bodyPr wrap="square" lIns="0" tIns="0" rIns="0" bIns="0" rtlCol="0" anchor="ctr"/>
          <a:lstStyle/>
          <a:p>
            <a:pPr algn="l" indent="0" marL="0">
              <a:lnSpc>
                <a:spcPct val="97000"/>
              </a:lnSpc>
              <a:buNone/>
            </a:pPr>
            <a:r>
              <a:rPr lang="en-US" sz="1400" b="1" spc="250" kern="0" dirty="0">
                <a:solidFill>
                  <a:srgbClr val="EFAB00"/>
                </a:solidFill>
                <a:latin typeface="Source Sans 3" pitchFamily="34" charset="0"/>
                <a:ea typeface="Source Sans 3" pitchFamily="34" charset="-122"/>
                <a:cs typeface="Source Sans 3" pitchFamily="34" charset="-120"/>
              </a:rPr>
              <a:t>[EVENT OR VENUE]  ·  [SEPT. 23, 2026]</a:t>
            </a:r>
            <a:endParaRPr lang="en-US" sz="1400" dirty="0"/>
          </a:p>
        </p:txBody>
      </p:sp>
      <p:sp>
        <p:nvSpPr>
          <p:cNvPr id="3" name="Text 0"/>
          <p:cNvSpPr/>
          <p:nvPr>
            <p:ph idx="102" type="title" hasCustomPrompt="1"/>
          </p:nvPr>
        </p:nvSpPr>
        <p:spPr>
          <a:xfrm>
            <a:off x="457200" y="694944"/>
            <a:ext cx="6309360" cy="1243584"/>
          </a:xfrm>
          <a:prstGeom prst="rect">
            <a:avLst/>
          </a:prstGeom>
          <a:noFill/>
          <a:ln/>
        </p:spPr>
        <p:txBody>
          <a:bodyPr wrap="square" lIns="0" tIns="0" rIns="0" bIns="0" rtlCol="0" anchor="t"/>
          <a:lstStyle/>
          <a:p>
            <a:pPr algn="l" indent="0" marL="0">
              <a:lnSpc>
                <a:spcPct val="82000"/>
              </a:lnSpc>
              <a:buNone/>
            </a:pPr>
            <a:r>
              <a:rPr lang="en-US" sz="4400" b="1" dirty="0">
                <a:solidFill>
                  <a:srgbClr val="FFFFFF"/>
                </a:solidFill>
                <a:latin typeface="Source Sans 3" pitchFamily="34" charset="0"/>
                <a:ea typeface="Source Sans 3" pitchFamily="34" charset="-122"/>
                <a:cs typeface="Source Sans 3" pitchFamily="34" charset="-120"/>
              </a:rPr>
              <a:t>Immersive Teleoperation for Physical AI</a:t>
            </a:r>
            <a:endParaRPr lang="en-US" sz="4400" dirty="0"/>
          </a:p>
        </p:txBody>
      </p:sp>
      <p:sp>
        <p:nvSpPr>
          <p:cNvPr id="4" name="Text 0"/>
          <p:cNvSpPr/>
          <p:nvPr>
            <p:ph idx="103" type="body" hasCustomPrompt="1"/>
          </p:nvPr>
        </p:nvSpPr>
        <p:spPr>
          <a:xfrm>
            <a:off x="457200" y="1975104"/>
            <a:ext cx="6309360" cy="384048"/>
          </a:xfrm>
          <a:prstGeom prst="rect">
            <a:avLst/>
          </a:prstGeom>
          <a:noFill/>
          <a:ln/>
        </p:spPr>
        <p:txBody>
          <a:bodyPr wrap="square" lIns="0" tIns="0" rIns="0" bIns="0" rtlCol="0" anchor="t"/>
          <a:lstStyle/>
          <a:p>
            <a:pPr algn="l" indent="0" marL="0">
              <a:lnSpc>
                <a:spcPct val="88000"/>
              </a:lnSpc>
              <a:buNone/>
            </a:pPr>
            <a:r>
              <a:rPr lang="en-US" sz="2400" dirty="0">
                <a:solidFill>
                  <a:srgbClr val="FFFFFF"/>
                </a:solidFill>
                <a:latin typeface="Source Sans 3" pitchFamily="34" charset="0"/>
                <a:ea typeface="Source Sans 3" pitchFamily="34" charset="-122"/>
                <a:cs typeface="Source Sans 3" pitchFamily="34" charset="-120"/>
              </a:rPr>
              <a:t>[Subtitle: one line on the contribution of this talk]</a:t>
            </a:r>
            <a:endParaRPr lang="en-US" sz="2400" dirty="0"/>
          </a:p>
        </p:txBody>
      </p:sp>
      <p:sp>
        <p:nvSpPr>
          <p:cNvPr id="5" name="Text 0"/>
          <p:cNvSpPr/>
          <p:nvPr>
            <p:ph idx="104" type="body" hasCustomPrompt="1"/>
          </p:nvPr>
        </p:nvSpPr>
        <p:spPr>
          <a:xfrm>
            <a:off x="457200" y="2414016"/>
            <a:ext cx="6309360" cy="347472"/>
          </a:xfrm>
          <a:prstGeom prst="rect">
            <a:avLst/>
          </a:prstGeom>
          <a:noFill/>
          <a:ln/>
        </p:spPr>
        <p:txBody>
          <a:bodyPr wrap="square" lIns="0" tIns="0" rIns="0" bIns="0" rtlCol="0" anchor="t"/>
          <a:lstStyle/>
          <a:p>
            <a:pPr algn="l" indent="0" marL="0">
              <a:lnSpc>
                <a:spcPct val="94000"/>
              </a:lnSpc>
              <a:buNone/>
            </a:pPr>
            <a:r>
              <a:rPr lang="en-US" sz="2000" b="1" dirty="0">
                <a:solidFill>
                  <a:srgbClr val="FFFFFF"/>
                </a:solidFill>
                <a:latin typeface="Source Sans 3" pitchFamily="34" charset="0"/>
                <a:ea typeface="Source Sans 3" pitchFamily="34" charset="-122"/>
                <a:cs typeface="Source Sans 3" pitchFamily="34" charset="-120"/>
              </a:rPr>
              <a:t>[Presenter Name], [Title or degree program]</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body" hasCustomPrompt="1"/>
          </p:nvPr>
        </p:nvSpPr>
        <p:spPr>
          <a:xfrm>
            <a:off x="457200" y="384048"/>
            <a:ext cx="6309360" cy="274320"/>
          </a:xfrm>
          <a:prstGeom prst="rect">
            <a:avLst/>
          </a:prstGeom>
          <a:noFill/>
          <a:ln/>
        </p:spPr>
        <p:txBody>
          <a:bodyPr wrap="square" lIns="0" tIns="0" rIns="0" bIns="0" rtlCol="0" anchor="ctr"/>
          <a:lstStyle/>
          <a:p>
            <a:pPr algn="l" indent="0" marL="0">
              <a:lnSpc>
                <a:spcPct val="97000"/>
              </a:lnSpc>
              <a:buNone/>
            </a:pPr>
            <a:r>
              <a:rPr lang="en-US" sz="1400" b="1" spc="250" kern="0" dirty="0">
                <a:solidFill>
                  <a:srgbClr val="8A6100"/>
                </a:solidFill>
                <a:latin typeface="Source Sans 3" pitchFamily="34" charset="0"/>
                <a:ea typeface="Source Sans 3" pitchFamily="34" charset="-122"/>
                <a:cs typeface="Source Sans 3" pitchFamily="34" charset="-120"/>
              </a:rPr>
              <a:t>[COURSE OR REPORT]  ·  [SPRING 2027]</a:t>
            </a:r>
            <a:endParaRPr lang="en-US" sz="1400" dirty="0"/>
          </a:p>
        </p:txBody>
      </p:sp>
      <p:sp>
        <p:nvSpPr>
          <p:cNvPr id="3" name="Text 0"/>
          <p:cNvSpPr/>
          <p:nvPr>
            <p:ph idx="102" type="title" hasCustomPrompt="1"/>
          </p:nvPr>
        </p:nvSpPr>
        <p:spPr>
          <a:xfrm>
            <a:off x="457200" y="694944"/>
            <a:ext cx="6309360" cy="1243584"/>
          </a:xfrm>
          <a:prstGeom prst="rect">
            <a:avLst/>
          </a:prstGeom>
          <a:noFill/>
          <a:ln/>
        </p:spPr>
        <p:txBody>
          <a:bodyPr wrap="square" lIns="0" tIns="0" rIns="0" bIns="0" rtlCol="0" anchor="t"/>
          <a:lstStyle/>
          <a:p>
            <a:pPr algn="l" indent="0" marL="0">
              <a:lnSpc>
                <a:spcPct val="82000"/>
              </a:lnSpc>
              <a:buNone/>
            </a:pPr>
            <a:r>
              <a:rPr lang="en-US" sz="4400" b="1" dirty="0">
                <a:solidFill>
                  <a:srgbClr val="003976"/>
                </a:solidFill>
                <a:latin typeface="Source Sans 3" pitchFamily="34" charset="0"/>
                <a:ea typeface="Source Sans 3" pitchFamily="34" charset="-122"/>
                <a:cs typeface="Source Sans 3" pitchFamily="34" charset="-120"/>
              </a:rPr>
              <a:t>Gesture-Enabled Telepresence Robot</a:t>
            </a:r>
            <a:endParaRPr lang="en-US" sz="4400" dirty="0"/>
          </a:p>
        </p:txBody>
      </p:sp>
      <p:sp>
        <p:nvSpPr>
          <p:cNvPr id="4" name="Text 0"/>
          <p:cNvSpPr/>
          <p:nvPr>
            <p:ph idx="103" type="body" hasCustomPrompt="1"/>
          </p:nvPr>
        </p:nvSpPr>
        <p:spPr>
          <a:xfrm>
            <a:off x="457200" y="1975104"/>
            <a:ext cx="6309360" cy="384048"/>
          </a:xfrm>
          <a:prstGeom prst="rect">
            <a:avLst/>
          </a:prstGeom>
          <a:noFill/>
          <a:ln/>
        </p:spPr>
        <p:txBody>
          <a:bodyPr wrap="square" lIns="0" tIns="0" rIns="0" bIns="0" rtlCol="0" anchor="t"/>
          <a:lstStyle/>
          <a:p>
            <a:pPr algn="l" indent="0" marL="0">
              <a:lnSpc>
                <a:spcPct val="88000"/>
              </a:lnSpc>
              <a:buNone/>
            </a:pPr>
            <a:r>
              <a:rPr lang="en-US" sz="2400" dirty="0">
                <a:solidFill>
                  <a:srgbClr val="4A5868"/>
                </a:solidFill>
                <a:latin typeface="Source Sans 3" pitchFamily="34" charset="0"/>
                <a:ea typeface="Source Sans 3" pitchFamily="34" charset="-122"/>
                <a:cs typeface="Source Sans 3" pitchFamily="34" charset="-120"/>
              </a:rPr>
              <a:t>[Project report, lecture handout or poster talk]</a:t>
            </a:r>
            <a:endParaRPr lang="en-US" sz="2400" dirty="0"/>
          </a:p>
        </p:txBody>
      </p:sp>
      <p:sp>
        <p:nvSpPr>
          <p:cNvPr id="5" name="Text 0"/>
          <p:cNvSpPr/>
          <p:nvPr>
            <p:ph idx="104" type="body" hasCustomPrompt="1"/>
          </p:nvPr>
        </p:nvSpPr>
        <p:spPr>
          <a:xfrm>
            <a:off x="457200" y="2414016"/>
            <a:ext cx="6309360" cy="347472"/>
          </a:xfrm>
          <a:prstGeom prst="rect">
            <a:avLst/>
          </a:prstGeom>
          <a:noFill/>
          <a:ln/>
        </p:spPr>
        <p:txBody>
          <a:bodyPr wrap="square" lIns="0" tIns="0" rIns="0" bIns="0" rtlCol="0" anchor="t"/>
          <a:lstStyle/>
          <a:p>
            <a:pPr algn="l" indent="0" marL="0">
              <a:lnSpc>
                <a:spcPct val="94000"/>
              </a:lnSpc>
              <a:buNone/>
            </a:pPr>
            <a:r>
              <a:rPr lang="en-US" sz="2000" b="1" dirty="0">
                <a:solidFill>
                  <a:srgbClr val="003976"/>
                </a:solidFill>
                <a:latin typeface="Source Sans 3" pitchFamily="34" charset="0"/>
                <a:ea typeface="Source Sans 3" pitchFamily="34" charset="-122"/>
                <a:cs typeface="Source Sans 3" pitchFamily="34" charset="-120"/>
              </a:rPr>
              <a:t>[Author Names]</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body" hasCustomPrompt="1"/>
          </p:nvPr>
        </p:nvSpPr>
        <p:spPr>
          <a:xfrm>
            <a:off x="1207008" y="329184"/>
            <a:ext cx="7479792" cy="274320"/>
          </a:xfrm>
          <a:prstGeom prst="rect">
            <a:avLst/>
          </a:prstGeom>
          <a:noFill/>
          <a:ln/>
        </p:spPr>
        <p:txBody>
          <a:bodyPr wrap="square" lIns="0" tIns="0" rIns="0" bIns="0" rtlCol="0" anchor="ctr"/>
          <a:lstStyle/>
          <a:p>
            <a:pPr algn="l" indent="0" marL="0">
              <a:lnSpc>
                <a:spcPct val="97000"/>
              </a:lnSpc>
              <a:buNone/>
            </a:pPr>
            <a:r>
              <a:rPr lang="en-US" sz="1400" b="1" spc="250" kern="0" dirty="0">
                <a:solidFill>
                  <a:srgbClr val="8A6100"/>
                </a:solidFill>
                <a:latin typeface="Source Sans 3" pitchFamily="34" charset="0"/>
                <a:ea typeface="Source Sans 3" pitchFamily="34" charset="-122"/>
                <a:cs typeface="Source Sans 3" pitchFamily="34" charset="-120"/>
              </a:rPr>
              <a:t>TALK OUTLINE</a:t>
            </a:r>
            <a:endParaRPr lang="en-US" sz="1400" dirty="0"/>
          </a:p>
        </p:txBody>
      </p:sp>
      <p:sp>
        <p:nvSpPr>
          <p:cNvPr id="3" name="Text 1"/>
          <p:cNvSpPr/>
          <p:nvPr>
            <p:ph idx="103" type="title" hasCustomPrompt="1"/>
          </p:nvPr>
        </p:nvSpPr>
        <p:spPr>
          <a:xfrm>
            <a:off x="1207008" y="566928"/>
            <a:ext cx="7479792" cy="475488"/>
          </a:xfrm>
          <a:prstGeom prst="rect">
            <a:avLst/>
          </a:prstGeom>
          <a:noFill/>
          <a:ln/>
        </p:spPr>
        <p:txBody>
          <a:bodyPr wrap="square" lIns="0" tIns="0" rIns="0" bIns="0" rtlCol="0" anchor="t"/>
          <a:lstStyle/>
          <a:p>
            <a:pPr algn="l" indent="0" marL="0">
              <a:lnSpc>
                <a:spcPct val="85000"/>
              </a:lnSpc>
              <a:buNone/>
            </a:pPr>
            <a:r>
              <a:rPr lang="en-US" sz="3200" b="1" dirty="0">
                <a:solidFill>
                  <a:srgbClr val="003976"/>
                </a:solidFill>
                <a:latin typeface="Source Sans 3" pitchFamily="34" charset="0"/>
                <a:ea typeface="Source Sans 3" pitchFamily="34" charset="-122"/>
                <a:cs typeface="Source Sans 3" pitchFamily="34" charset="-120"/>
              </a:rPr>
              <a:t>Agenda</a:t>
            </a:r>
            <a:endParaRPr lang="en-US" sz="3200" dirty="0"/>
          </a:p>
        </p:txBody>
      </p:sp>
      <p:sp>
        <p:nvSpPr>
          <p:cNvPr id="4" name="Text 10"/>
          <p:cNvSpPr/>
          <p:nvPr>
            <p:ph idx="113" type="body" hasCustomPrompt="1"/>
          </p:nvPr>
        </p:nvSpPr>
        <p:spPr>
          <a:xfrm>
            <a:off x="1042416" y="1335024"/>
            <a:ext cx="3520440" cy="420624"/>
          </a:xfrm>
          <a:prstGeom prst="rect">
            <a:avLst/>
          </a:prstGeom>
          <a:noFill/>
          <a:ln/>
        </p:spPr>
        <p:txBody>
          <a:bodyPr wrap="square" lIns="0" tIns="0" rIns="0" bIns="0" rtlCol="0" anchor="ctr"/>
          <a:lstStyle/>
          <a:p>
            <a:pPr algn="l" indent="0" marL="0">
              <a:lnSpc>
                <a:spcPct val="89000"/>
              </a:lnSpc>
              <a:buNone/>
            </a:pPr>
            <a:r>
              <a:rPr lang="en-US" sz="2200" b="1" dirty="0">
                <a:solidFill>
                  <a:srgbClr val="003976"/>
                </a:solidFill>
                <a:latin typeface="Source Sans 3" pitchFamily="34" charset="0"/>
                <a:ea typeface="Source Sans 3" pitchFamily="34" charset="-122"/>
                <a:cs typeface="Source Sans 3" pitchFamily="34" charset="-120"/>
              </a:rPr>
              <a:t>Where the lab is going</a:t>
            </a:r>
            <a:endParaRPr lang="en-US" sz="2200" dirty="0"/>
          </a:p>
        </p:txBody>
      </p:sp>
      <p:sp>
        <p:nvSpPr>
          <p:cNvPr id="5" name="Text 10"/>
          <p:cNvSpPr/>
          <p:nvPr>
            <p:ph idx="118" type="body" hasCustomPrompt="1"/>
          </p:nvPr>
        </p:nvSpPr>
        <p:spPr>
          <a:xfrm>
            <a:off x="4617720" y="1335024"/>
            <a:ext cx="594360" cy="420624"/>
          </a:xfrm>
          <a:prstGeom prst="rect">
            <a:avLst/>
          </a:prstGeom>
          <a:noFill/>
          <a:ln/>
        </p:spPr>
        <p:txBody>
          <a:bodyPr wrap="square" lIns="0" tIns="0" rIns="0" bIns="0" rtlCol="0" anchor="ctr"/>
          <a:lstStyle/>
          <a:p>
            <a:pPr algn="r" indent="0" marL="0">
              <a:lnSpc>
                <a:spcPts val="1800"/>
              </a:lnSpc>
              <a:buNone/>
            </a:pPr>
            <a:r>
              <a:rPr lang="en-US" sz="1400" dirty="0">
                <a:solidFill>
                  <a:srgbClr val="8A6100"/>
                </a:solidFill>
                <a:latin typeface="Source Code Pro" pitchFamily="34" charset="0"/>
                <a:ea typeface="Source Code Pro" pitchFamily="34" charset="-122"/>
                <a:cs typeface="Source Code Pro" pitchFamily="34" charset="-120"/>
              </a:rPr>
              <a:t>T+00</a:t>
            </a:r>
            <a:endParaRPr lang="en-US" sz="1400" dirty="0"/>
          </a:p>
        </p:txBody>
      </p:sp>
      <p:sp>
        <p:nvSpPr>
          <p:cNvPr id="6" name="Text 10"/>
          <p:cNvSpPr/>
          <p:nvPr>
            <p:ph idx="114" type="body" hasCustomPrompt="1"/>
          </p:nvPr>
        </p:nvSpPr>
        <p:spPr>
          <a:xfrm>
            <a:off x="1042416" y="2011680"/>
            <a:ext cx="3520440" cy="420624"/>
          </a:xfrm>
          <a:prstGeom prst="rect">
            <a:avLst/>
          </a:prstGeom>
          <a:noFill/>
          <a:ln/>
        </p:spPr>
        <p:txBody>
          <a:bodyPr wrap="square" lIns="0" tIns="0" rIns="0" bIns="0" rtlCol="0" anchor="ctr"/>
          <a:lstStyle/>
          <a:p>
            <a:pPr algn="l" indent="0" marL="0">
              <a:lnSpc>
                <a:spcPct val="89000"/>
              </a:lnSpc>
              <a:buNone/>
            </a:pPr>
            <a:r>
              <a:rPr lang="en-US" sz="2200" b="1" dirty="0">
                <a:solidFill>
                  <a:srgbClr val="003976"/>
                </a:solidFill>
                <a:latin typeface="Source Sans 3" pitchFamily="34" charset="0"/>
                <a:ea typeface="Source Sans 3" pitchFamily="34" charset="-122"/>
                <a:cs typeface="Source Sans 3" pitchFamily="34" charset="-120"/>
              </a:rPr>
              <a:t>Immersive teleoperation</a:t>
            </a:r>
            <a:endParaRPr lang="en-US" sz="2200" dirty="0"/>
          </a:p>
        </p:txBody>
      </p:sp>
      <p:sp>
        <p:nvSpPr>
          <p:cNvPr id="7" name="Text 10"/>
          <p:cNvSpPr/>
          <p:nvPr>
            <p:ph idx="119" type="body" hasCustomPrompt="1"/>
          </p:nvPr>
        </p:nvSpPr>
        <p:spPr>
          <a:xfrm>
            <a:off x="4617720" y="2011680"/>
            <a:ext cx="594360" cy="420624"/>
          </a:xfrm>
          <a:prstGeom prst="rect">
            <a:avLst/>
          </a:prstGeom>
          <a:noFill/>
          <a:ln/>
        </p:spPr>
        <p:txBody>
          <a:bodyPr wrap="square" lIns="0" tIns="0" rIns="0" bIns="0" rtlCol="0" anchor="ctr"/>
          <a:lstStyle/>
          <a:p>
            <a:pPr algn="r" indent="0" marL="0">
              <a:lnSpc>
                <a:spcPts val="1800"/>
              </a:lnSpc>
              <a:buNone/>
            </a:pPr>
            <a:r>
              <a:rPr lang="en-US" sz="1400" dirty="0">
                <a:solidFill>
                  <a:srgbClr val="8A6100"/>
                </a:solidFill>
                <a:latin typeface="Source Code Pro" pitchFamily="34" charset="0"/>
                <a:ea typeface="Source Code Pro" pitchFamily="34" charset="-122"/>
                <a:cs typeface="Source Code Pro" pitchFamily="34" charset="-120"/>
              </a:rPr>
              <a:t>T+05</a:t>
            </a:r>
            <a:endParaRPr lang="en-US" sz="1400" dirty="0"/>
          </a:p>
        </p:txBody>
      </p:sp>
      <p:sp>
        <p:nvSpPr>
          <p:cNvPr id="8" name="Text 10"/>
          <p:cNvSpPr/>
          <p:nvPr>
            <p:ph idx="115" type="body" hasCustomPrompt="1"/>
          </p:nvPr>
        </p:nvSpPr>
        <p:spPr>
          <a:xfrm>
            <a:off x="1042416" y="2688336"/>
            <a:ext cx="3520440" cy="420624"/>
          </a:xfrm>
          <a:prstGeom prst="rect">
            <a:avLst/>
          </a:prstGeom>
          <a:noFill/>
          <a:ln/>
        </p:spPr>
        <p:txBody>
          <a:bodyPr wrap="square" lIns="0" tIns="0" rIns="0" bIns="0" rtlCol="0" anchor="ctr"/>
          <a:lstStyle/>
          <a:p>
            <a:pPr algn="l" indent="0" marL="0">
              <a:lnSpc>
                <a:spcPct val="89000"/>
              </a:lnSpc>
              <a:buNone/>
            </a:pPr>
            <a:r>
              <a:rPr lang="en-US" sz="2200" b="1" dirty="0">
                <a:solidFill>
                  <a:srgbClr val="003976"/>
                </a:solidFill>
                <a:latin typeface="Source Sans 3" pitchFamily="34" charset="0"/>
                <a:ea typeface="Source Sans 3" pitchFamily="34" charset="-122"/>
                <a:cs typeface="Source Sans 3" pitchFamily="34" charset="-120"/>
              </a:rPr>
              <a:t>Tele-embodiment</a:t>
            </a:r>
            <a:endParaRPr lang="en-US" sz="2200" dirty="0"/>
          </a:p>
        </p:txBody>
      </p:sp>
      <p:sp>
        <p:nvSpPr>
          <p:cNvPr id="9" name="Text 10"/>
          <p:cNvSpPr/>
          <p:nvPr>
            <p:ph idx="120" type="body" hasCustomPrompt="1"/>
          </p:nvPr>
        </p:nvSpPr>
        <p:spPr>
          <a:xfrm>
            <a:off x="4617720" y="2688336"/>
            <a:ext cx="594360" cy="420624"/>
          </a:xfrm>
          <a:prstGeom prst="rect">
            <a:avLst/>
          </a:prstGeom>
          <a:noFill/>
          <a:ln/>
        </p:spPr>
        <p:txBody>
          <a:bodyPr wrap="square" lIns="0" tIns="0" rIns="0" bIns="0" rtlCol="0" anchor="ctr"/>
          <a:lstStyle/>
          <a:p>
            <a:pPr algn="r" indent="0" marL="0">
              <a:lnSpc>
                <a:spcPts val="1800"/>
              </a:lnSpc>
              <a:buNone/>
            </a:pPr>
            <a:r>
              <a:rPr lang="en-US" sz="1400" dirty="0">
                <a:solidFill>
                  <a:srgbClr val="8A6100"/>
                </a:solidFill>
                <a:latin typeface="Source Code Pro" pitchFamily="34" charset="0"/>
                <a:ea typeface="Source Code Pro" pitchFamily="34" charset="-122"/>
                <a:cs typeface="Source Code Pro" pitchFamily="34" charset="-120"/>
              </a:rPr>
              <a:t>T+15</a:t>
            </a:r>
            <a:endParaRPr lang="en-US" sz="1400" dirty="0"/>
          </a:p>
        </p:txBody>
      </p:sp>
      <p:sp>
        <p:nvSpPr>
          <p:cNvPr id="10" name="Text 10"/>
          <p:cNvSpPr/>
          <p:nvPr>
            <p:ph idx="116" type="body" hasCustomPrompt="1"/>
          </p:nvPr>
        </p:nvSpPr>
        <p:spPr>
          <a:xfrm>
            <a:off x="1042416" y="3364992"/>
            <a:ext cx="3520440" cy="420624"/>
          </a:xfrm>
          <a:prstGeom prst="rect">
            <a:avLst/>
          </a:prstGeom>
          <a:noFill/>
          <a:ln/>
        </p:spPr>
        <p:txBody>
          <a:bodyPr wrap="square" lIns="0" tIns="0" rIns="0" bIns="0" rtlCol="0" anchor="ctr"/>
          <a:lstStyle/>
          <a:p>
            <a:pPr algn="l" indent="0" marL="0">
              <a:lnSpc>
                <a:spcPct val="89000"/>
              </a:lnSpc>
              <a:buNone/>
            </a:pPr>
            <a:r>
              <a:rPr lang="en-US" sz="2200" b="1" dirty="0">
                <a:solidFill>
                  <a:srgbClr val="003976"/>
                </a:solidFill>
                <a:latin typeface="Source Sans 3" pitchFamily="34" charset="0"/>
                <a:ea typeface="Source Sans 3" pitchFamily="34" charset="-122"/>
                <a:cs typeface="Source Sans 3" pitchFamily="34" charset="-120"/>
              </a:rPr>
              <a:t>Results</a:t>
            </a:r>
            <a:endParaRPr lang="en-US" sz="2200" dirty="0"/>
          </a:p>
        </p:txBody>
      </p:sp>
      <p:sp>
        <p:nvSpPr>
          <p:cNvPr id="11" name="Text 10"/>
          <p:cNvSpPr/>
          <p:nvPr>
            <p:ph idx="121" type="body" hasCustomPrompt="1"/>
          </p:nvPr>
        </p:nvSpPr>
        <p:spPr>
          <a:xfrm>
            <a:off x="4617720" y="3364992"/>
            <a:ext cx="594360" cy="420624"/>
          </a:xfrm>
          <a:prstGeom prst="rect">
            <a:avLst/>
          </a:prstGeom>
          <a:noFill/>
          <a:ln/>
        </p:spPr>
        <p:txBody>
          <a:bodyPr wrap="square" lIns="0" tIns="0" rIns="0" bIns="0" rtlCol="0" anchor="ctr"/>
          <a:lstStyle/>
          <a:p>
            <a:pPr algn="r" indent="0" marL="0">
              <a:lnSpc>
                <a:spcPts val="1800"/>
              </a:lnSpc>
              <a:buNone/>
            </a:pPr>
            <a:r>
              <a:rPr lang="en-US" sz="1400" dirty="0">
                <a:solidFill>
                  <a:srgbClr val="8A6100"/>
                </a:solidFill>
                <a:latin typeface="Source Code Pro" pitchFamily="34" charset="0"/>
                <a:ea typeface="Source Code Pro" pitchFamily="34" charset="-122"/>
                <a:cs typeface="Source Code Pro" pitchFamily="34" charset="-120"/>
              </a:rPr>
              <a:t>T+25</a:t>
            </a:r>
            <a:endParaRPr lang="en-US" sz="1400" dirty="0"/>
          </a:p>
        </p:txBody>
      </p:sp>
      <p:sp>
        <p:nvSpPr>
          <p:cNvPr id="12" name="Text 10"/>
          <p:cNvSpPr/>
          <p:nvPr>
            <p:ph idx="117" type="body" hasCustomPrompt="1"/>
          </p:nvPr>
        </p:nvSpPr>
        <p:spPr>
          <a:xfrm>
            <a:off x="1042416" y="4041648"/>
            <a:ext cx="3520440" cy="420624"/>
          </a:xfrm>
          <a:prstGeom prst="rect">
            <a:avLst/>
          </a:prstGeom>
          <a:noFill/>
          <a:ln/>
        </p:spPr>
        <p:txBody>
          <a:bodyPr wrap="square" lIns="0" tIns="0" rIns="0" bIns="0" rtlCol="0" anchor="ctr"/>
          <a:lstStyle/>
          <a:p>
            <a:pPr algn="l" indent="0" marL="0">
              <a:lnSpc>
                <a:spcPct val="89000"/>
              </a:lnSpc>
              <a:buNone/>
            </a:pPr>
            <a:r>
              <a:rPr lang="en-US" sz="2200" b="1" dirty="0">
                <a:solidFill>
                  <a:srgbClr val="003976"/>
                </a:solidFill>
                <a:latin typeface="Source Sans 3" pitchFamily="34" charset="0"/>
                <a:ea typeface="Source Sans 3" pitchFamily="34" charset="-122"/>
                <a:cs typeface="Source Sans 3" pitchFamily="34" charset="-120"/>
              </a:rPr>
              <a:t>What is next</a:t>
            </a:r>
            <a:endParaRPr lang="en-US" sz="2200" dirty="0"/>
          </a:p>
        </p:txBody>
      </p:sp>
      <p:sp>
        <p:nvSpPr>
          <p:cNvPr id="13" name="Text 10"/>
          <p:cNvSpPr/>
          <p:nvPr>
            <p:ph idx="122" type="body" hasCustomPrompt="1"/>
          </p:nvPr>
        </p:nvSpPr>
        <p:spPr>
          <a:xfrm>
            <a:off x="4617720" y="4041648"/>
            <a:ext cx="594360" cy="420624"/>
          </a:xfrm>
          <a:prstGeom prst="rect">
            <a:avLst/>
          </a:prstGeom>
          <a:noFill/>
          <a:ln/>
        </p:spPr>
        <p:txBody>
          <a:bodyPr wrap="square" lIns="0" tIns="0" rIns="0" bIns="0" rtlCol="0" anchor="ctr"/>
          <a:lstStyle/>
          <a:p>
            <a:pPr algn="r" indent="0" marL="0">
              <a:lnSpc>
                <a:spcPts val="1800"/>
              </a:lnSpc>
              <a:buNone/>
            </a:pPr>
            <a:r>
              <a:rPr lang="en-US" sz="1400" dirty="0">
                <a:solidFill>
                  <a:srgbClr val="8A6100"/>
                </a:solidFill>
                <a:latin typeface="Source Code Pro" pitchFamily="34" charset="0"/>
                <a:ea typeface="Source Code Pro" pitchFamily="34" charset="-122"/>
                <a:cs typeface="Source Code Pro" pitchFamily="34" charset="-120"/>
              </a:rPr>
              <a:t>T+35</a:t>
            </a:r>
            <a:endParaRPr lang="en-US" sz="1400" dirty="0"/>
          </a:p>
        </p:txBody>
      </p:sp>
      <p:sp>
        <p:nvSpPr>
          <p:cNvPr id="14" name="Text 10"/>
          <p:cNvSpPr txBox="1"/>
          <p:nvPr>
            <p:ph idx="123" type="body" hasCustomPrompt="1"/>
          </p:nvPr>
        </p:nvSpPr>
        <p:spPr>
          <a:xfrm>
            <a:off x="5486400" y="1298448"/>
            <a:ext cx="3200400" cy="3017520"/>
          </a:xfrm>
          <a:prstGeom prst="rect">
            <a:avLst/>
          </a:prstGeom>
          <a:solidFill>
            <a:srgbClr val="003976"/>
          </a:solidFill>
          <a:ln/>
        </p:spPr>
        <p:txBody>
          <a:bodyPr wrap="square" lIns="237744" tIns="237744" rIns="237744" bIns="237744" rtlCol="0" anchor="t"/>
          <a:lstStyle/>
          <a:p>
            <a:pPr algn="l" indent="0" marL="0">
              <a:lnSpc>
                <a:spcPts val="1800"/>
              </a:lnSpc>
              <a:spcAft>
                <a:spcPts val="800"/>
              </a:spcAft>
              <a:buNone/>
            </a:pPr>
            <a:r>
              <a:rPr lang="en-US" sz="1400" b="1" spc="250" kern="0" dirty="0">
                <a:solidFill>
                  <a:srgbClr val="EFAB00"/>
                </a:solidFill>
                <a:latin typeface="Source Sans 3" pitchFamily="34" charset="0"/>
                <a:ea typeface="Source Sans 3" pitchFamily="34" charset="-122"/>
                <a:cs typeface="Source Sans 3" pitchFamily="34" charset="-120"/>
              </a:rPr>
              <a:t>ABOUT THE LAB</a:t>
            </a:r>
            <a:endParaRPr lang="en-US" sz="1800" dirty="0"/>
          </a:p>
          <a:p>
            <a:pPr algn="l" indent="0" marL="0">
              <a:lnSpc>
                <a:spcPts val="2400"/>
              </a:lnSpc>
              <a:spcAft>
                <a:spcPts val="1200"/>
              </a:spcAft>
              <a:buNone/>
            </a:pPr>
            <a:r>
              <a:rPr lang="en-US" sz="1800" dirty="0">
                <a:solidFill>
                  <a:srgbClr val="FFFFFF"/>
                </a:solidFill>
                <a:latin typeface="Source Sans 3" pitchFamily="34" charset="0"/>
                <a:ea typeface="Source Sans 3" pitchFamily="34" charset="-122"/>
                <a:cs typeface="Source Sans 3" pitchFamily="34" charset="-120"/>
              </a:rPr>
              <a:t>Exploring the frontiers of telepresence robotics, tele-embodiment, autonomy and artificial intelligence.</a:t>
            </a:r>
            <a:endParaRPr lang="en-US" sz="1800" dirty="0"/>
          </a:p>
          <a:p>
            <a:pPr algn="l" lvl="1" indent="0" marL="0">
              <a:lnSpc>
                <a:spcPts val="1800"/>
              </a:lnSpc>
              <a:spcAft>
                <a:spcPts val="800"/>
              </a:spcAft>
              <a:buNone/>
            </a:pPr>
            <a:r>
              <a:rPr lang="en-US" sz="1400" dirty="0" b="0">
                <a:solidFill>
                  <a:srgbClr val="EFAB00"/>
                </a:solidFill>
                <a:latin typeface="Source Code Pro" pitchFamily="34" charset="0"/>
                <a:ea typeface="Source Code Pro" pitchFamily="34" charset="-122"/>
                <a:cs typeface="Source Code Pro" pitchFamily="34" charset="-120"/>
              </a:rPr>
              <a:t>atr.cs.kent.edu</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1" type="body" hasCustomPrompt="1"/>
          </p:nvPr>
        </p:nvSpPr>
        <p:spPr>
          <a:xfrm>
            <a:off x="457200" y="1463040"/>
            <a:ext cx="1143000" cy="1143000"/>
          </a:xfrm>
          <a:prstGeom prst="rect">
            <a:avLst/>
          </a:prstGeom>
          <a:solidFill>
            <a:srgbClr val="003976"/>
          </a:solidFill>
          <a:ln/>
        </p:spPr>
        <p:txBody>
          <a:bodyPr wrap="square" lIns="0" tIns="0" rIns="0" bIns="0" rtlCol="0" anchor="ctr"/>
          <a:lstStyle/>
          <a:p>
            <a:pPr algn="ctr" indent="0" marL="0">
              <a:lnSpc>
                <a:spcPts val="6000"/>
              </a:lnSpc>
              <a:buNone/>
            </a:pPr>
            <a:r>
              <a:rPr lang="en-US" sz="6000" b="1" dirty="0">
                <a:solidFill>
                  <a:srgbClr val="EFAB00"/>
                </a:solidFill>
                <a:latin typeface="Roboto Slab" pitchFamily="34" charset="0"/>
                <a:ea typeface="Roboto Slab" pitchFamily="34" charset="-122"/>
                <a:cs typeface="Roboto Slab" pitchFamily="34" charset="-120"/>
              </a:rPr>
              <a:t>02</a:t>
            </a:r>
            <a:endParaRPr lang="en-US" sz="6000" dirty="0"/>
          </a:p>
        </p:txBody>
      </p:sp>
      <p:sp>
        <p:nvSpPr>
          <p:cNvPr id="3" name="Text 1"/>
          <p:cNvSpPr/>
          <p:nvPr>
            <p:ph idx="103" type="title" hasCustomPrompt="1"/>
          </p:nvPr>
        </p:nvSpPr>
        <p:spPr>
          <a:xfrm>
            <a:off x="1874520" y="1737360"/>
            <a:ext cx="4572000" cy="1243584"/>
          </a:xfrm>
          <a:prstGeom prst="rect">
            <a:avLst/>
          </a:prstGeom>
          <a:noFill/>
          <a:ln/>
        </p:spPr>
        <p:txBody>
          <a:bodyPr wrap="square" lIns="0" tIns="0" rIns="0" bIns="0" rtlCol="0" anchor="t"/>
          <a:lstStyle/>
          <a:p>
            <a:pPr algn="l" indent="0" marL="0">
              <a:lnSpc>
                <a:spcPct val="82000"/>
              </a:lnSpc>
              <a:buNone/>
            </a:pPr>
            <a:r>
              <a:rPr lang="en-US" sz="4400" b="1" dirty="0">
                <a:solidFill>
                  <a:srgbClr val="003976"/>
                </a:solidFill>
                <a:latin typeface="Source Sans 3" pitchFamily="34" charset="0"/>
                <a:ea typeface="Source Sans 3" pitchFamily="34" charset="-122"/>
                <a:cs typeface="Source Sans 3" pitchFamily="34" charset="-120"/>
              </a:rPr>
              <a:t>Immersive teleoperation</a:t>
            </a:r>
            <a:endParaRPr lang="en-US" sz="4400" dirty="0"/>
          </a:p>
        </p:txBody>
      </p:sp>
      <p:sp>
        <p:nvSpPr>
          <p:cNvPr id="4" name="Text 1"/>
          <p:cNvSpPr/>
          <p:nvPr>
            <p:ph idx="104" type="body" hasCustomPrompt="1"/>
          </p:nvPr>
        </p:nvSpPr>
        <p:spPr>
          <a:xfrm>
            <a:off x="1874520" y="3035808"/>
            <a:ext cx="4572000" cy="731520"/>
          </a:xfrm>
          <a:prstGeom prst="rect">
            <a:avLst/>
          </a:prstGeom>
          <a:noFill/>
          <a:ln/>
        </p:spPr>
        <p:txBody>
          <a:bodyPr wrap="square" lIns="0" tIns="0" rIns="0" bIns="0" rtlCol="0" anchor="t"/>
          <a:lstStyle/>
          <a:p>
            <a:pPr algn="l" indent="0" marL="0">
              <a:lnSpc>
                <a:spcPct val="94000"/>
              </a:lnSpc>
              <a:buNone/>
            </a:pPr>
            <a:r>
              <a:rPr lang="en-US" sz="2000" b="1" dirty="0">
                <a:solidFill>
                  <a:srgbClr val="1B2533"/>
                </a:solidFill>
                <a:latin typeface="Source Sans 3" pitchFamily="34" charset="0"/>
                <a:ea typeface="Source Sans 3" pitchFamily="34" charset="-122"/>
                <a:cs typeface="Source Sans 3" pitchFamily="34" charset="-120"/>
              </a:rPr>
              <a:t>Immersed Pilot Training Simulator and the telepresence robot</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body" hasCustomPrompt="1"/>
          </p:nvPr>
        </p:nvSpPr>
        <p:spPr>
          <a:xfrm>
            <a:off x="457200" y="1463040"/>
            <a:ext cx="1143000" cy="1143000"/>
          </a:xfrm>
          <a:prstGeom prst="rect">
            <a:avLst/>
          </a:prstGeom>
          <a:solidFill>
            <a:srgbClr val="003976"/>
          </a:solidFill>
          <a:ln/>
        </p:spPr>
        <p:txBody>
          <a:bodyPr wrap="square" lIns="0" tIns="0" rIns="0" bIns="0" rtlCol="0" anchor="ctr"/>
          <a:lstStyle/>
          <a:p>
            <a:pPr algn="ctr" indent="0" marL="0">
              <a:lnSpc>
                <a:spcPts val="6000"/>
              </a:lnSpc>
              <a:buNone/>
            </a:pPr>
            <a:r>
              <a:rPr lang="en-US" sz="6000" b="1" dirty="0">
                <a:solidFill>
                  <a:srgbClr val="EFAB00"/>
                </a:solidFill>
                <a:latin typeface="Roboto Slab" pitchFamily="34" charset="0"/>
                <a:ea typeface="Roboto Slab" pitchFamily="34" charset="-122"/>
                <a:cs typeface="Roboto Slab" pitchFamily="34" charset="-120"/>
              </a:rPr>
              <a:t>03</a:t>
            </a:r>
            <a:endParaRPr lang="en-US" sz="6000" dirty="0"/>
          </a:p>
        </p:txBody>
      </p:sp>
      <p:sp>
        <p:nvSpPr>
          <p:cNvPr id="3" name="Text 1"/>
          <p:cNvSpPr/>
          <p:nvPr>
            <p:ph idx="103" type="title" hasCustomPrompt="1"/>
          </p:nvPr>
        </p:nvSpPr>
        <p:spPr>
          <a:xfrm>
            <a:off x="1874520" y="1737360"/>
            <a:ext cx="4023360" cy="1243584"/>
          </a:xfrm>
          <a:prstGeom prst="rect">
            <a:avLst/>
          </a:prstGeom>
          <a:noFill/>
          <a:ln/>
        </p:spPr>
        <p:txBody>
          <a:bodyPr wrap="square" lIns="0" tIns="0" rIns="0" bIns="0" rtlCol="0" anchor="t"/>
          <a:lstStyle/>
          <a:p>
            <a:pPr algn="l" indent="0" marL="0">
              <a:lnSpc>
                <a:spcPct val="83000"/>
              </a:lnSpc>
              <a:buNone/>
            </a:pPr>
            <a:r>
              <a:rPr lang="en-US" sz="4000" b="1" dirty="0">
                <a:solidFill>
                  <a:srgbClr val="003976"/>
                </a:solidFill>
                <a:latin typeface="Source Sans 3" pitchFamily="34" charset="0"/>
                <a:ea typeface="Source Sans 3" pitchFamily="34" charset="-122"/>
                <a:cs typeface="Source Sans 3" pitchFamily="34" charset="-120"/>
              </a:rPr>
              <a:t>Tele-embodiment</a:t>
            </a:r>
            <a:endParaRPr lang="en-US" sz="4000" dirty="0"/>
          </a:p>
        </p:txBody>
      </p:sp>
      <p:sp>
        <p:nvSpPr>
          <p:cNvPr id="4" name="Text 1"/>
          <p:cNvSpPr/>
          <p:nvPr>
            <p:ph idx="104" type="body" hasCustomPrompt="1"/>
          </p:nvPr>
        </p:nvSpPr>
        <p:spPr>
          <a:xfrm>
            <a:off x="1874520" y="3035808"/>
            <a:ext cx="4023360" cy="731520"/>
          </a:xfrm>
          <a:prstGeom prst="rect">
            <a:avLst/>
          </a:prstGeom>
          <a:noFill/>
          <a:ln/>
        </p:spPr>
        <p:txBody>
          <a:bodyPr wrap="square" lIns="0" tIns="0" rIns="0" bIns="0" rtlCol="0" anchor="t"/>
          <a:lstStyle/>
          <a:p>
            <a:pPr algn="l" indent="0" marL="0">
              <a:lnSpc>
                <a:spcPct val="94000"/>
              </a:lnSpc>
              <a:buNone/>
            </a:pPr>
            <a:r>
              <a:rPr lang="en-US" sz="2000" b="1" dirty="0">
                <a:solidFill>
                  <a:srgbClr val="1B2533"/>
                </a:solidFill>
                <a:latin typeface="Source Sans 3" pitchFamily="34" charset="0"/>
                <a:ea typeface="Source Sans 3" pitchFamily="34" charset="-122"/>
                <a:cs typeface="Source Sans 3" pitchFamily="34" charset="-120"/>
              </a:rPr>
              <a:t>Gesture-Enabled Telepresence Robot</a:t>
            </a:r>
            <a:endParaRPr lang="en-US" sz="2000" dirty="0"/>
          </a:p>
        </p:txBody>
      </p:sp>
      <p:sp>
        <p:nvSpPr>
          <p:cNvPr id="5" name="Text 2"/>
          <p:cNvSpPr txBox="1"/>
          <p:nvPr>
            <p:ph idx="107" type="body" hasCustomPrompt="1"/>
          </p:nvPr>
        </p:nvSpPr>
        <p:spPr>
          <a:xfrm>
            <a:off x="6126480" y="1481328"/>
            <a:ext cx="2468880" cy="2743200"/>
          </a:xfrm>
          <a:prstGeom prst="rect">
            <a:avLst/>
          </a:prstGeom>
          <a:noFill/>
          <a:ln/>
        </p:spPr>
        <p:txBody>
          <a:bodyPr wrap="square" lIns="0" tIns="0" rIns="0" bIns="0" rtlCol="0" anchor="t"/>
          <a:lstStyle/>
          <a:p>
            <a:pPr algn="l" indent="-347472" marL="347472">
              <a:lnSpc>
                <a:spcPts val="2000"/>
              </a:lnSpc>
              <a:spcAft>
                <a:spcPts val="1400"/>
              </a:spcAft>
              <a:buNone/>
              <a:tabLst>
                <a:tab pos="347472" algn="l"/>
              </a:tabLst>
            </a:pPr>
            <a:r>
              <a:rPr lang="en-US" sz="1400" dirty="0">
                <a:solidFill>
                  <a:srgbClr val="003976"/>
                </a:solidFill>
                <a:latin typeface="Roboto Slab" pitchFamily="34" charset="0"/>
                <a:ea typeface="Roboto Slab" pitchFamily="34" charset="-122"/>
                <a:cs typeface="Roboto Slab" pitchFamily="34" charset="-120"/>
              </a:rPr>
              <a:t>01	</a:t>
            </a:r>
            <a:pPr algn="l" indent="-347472" marL="347472">
              <a:lnSpc>
                <a:spcPts val="2000"/>
              </a:lnSpc>
              <a:spcAft>
                <a:spcPts val="1400"/>
              </a:spcAft>
              <a:buNone/>
              <a:tabLst>
                <a:tab pos="347472" algn="l"/>
              </a:tabLst>
            </a:pPr>
            <a:r>
              <a:rPr lang="en-US" sz="1600" dirty="0">
                <a:solidFill>
                  <a:srgbClr val="003976"/>
                </a:solidFill>
                <a:latin typeface="Source Sans 3" pitchFamily="34" charset="0"/>
                <a:ea typeface="Source Sans 3" pitchFamily="34" charset="-122"/>
                <a:cs typeface="Source Sans 3" pitchFamily="34" charset="-120"/>
              </a:rPr>
              <a:t>Where the lab is going</a:t>
            </a:r>
            <a:endParaRPr lang="en-US" sz="1600" dirty="0"/>
          </a:p>
          <a:p>
            <a:pPr algn="l" indent="-347472" marL="347472">
              <a:lnSpc>
                <a:spcPts val="2000"/>
              </a:lnSpc>
              <a:spcAft>
                <a:spcPts val="1400"/>
              </a:spcAft>
              <a:buNone/>
              <a:tabLst>
                <a:tab pos="347472" algn="l"/>
              </a:tabLst>
            </a:pPr>
            <a:r>
              <a:rPr lang="en-US" sz="1400" dirty="0">
                <a:solidFill>
                  <a:srgbClr val="003976"/>
                </a:solidFill>
                <a:latin typeface="Roboto Slab" pitchFamily="34" charset="0"/>
                <a:ea typeface="Roboto Slab" pitchFamily="34" charset="-122"/>
                <a:cs typeface="Roboto Slab" pitchFamily="34" charset="-120"/>
              </a:rPr>
              <a:t>02	</a:t>
            </a:r>
            <a:pPr algn="l" indent="-347472" marL="347472">
              <a:lnSpc>
                <a:spcPts val="2000"/>
              </a:lnSpc>
              <a:spcAft>
                <a:spcPts val="1400"/>
              </a:spcAft>
              <a:buNone/>
              <a:tabLst>
                <a:tab pos="347472" algn="l"/>
              </a:tabLst>
            </a:pPr>
            <a:r>
              <a:rPr lang="en-US" sz="1600" dirty="0">
                <a:solidFill>
                  <a:srgbClr val="003976"/>
                </a:solidFill>
                <a:latin typeface="Source Sans 3" pitchFamily="34" charset="0"/>
                <a:ea typeface="Source Sans 3" pitchFamily="34" charset="-122"/>
                <a:cs typeface="Source Sans 3" pitchFamily="34" charset="-120"/>
              </a:rPr>
              <a:t>Immersive teleoperation</a:t>
            </a:r>
            <a:endParaRPr lang="en-US" sz="1600" dirty="0"/>
          </a:p>
          <a:p>
            <a:pPr algn="l" indent="-347472" marL="347472">
              <a:lnSpc>
                <a:spcPts val="2000"/>
              </a:lnSpc>
              <a:spcAft>
                <a:spcPts val="1400"/>
              </a:spcAft>
              <a:buNone/>
              <a:tabLst>
                <a:tab pos="347472" algn="l"/>
              </a:tabLst>
            </a:pPr>
            <a:r>
              <a:rPr lang="en-US" sz="1400" dirty="0">
                <a:solidFill>
                  <a:srgbClr val="003976"/>
                </a:solidFill>
                <a:latin typeface="Roboto Slab" pitchFamily="34" charset="0"/>
                <a:ea typeface="Roboto Slab" pitchFamily="34" charset="-122"/>
                <a:cs typeface="Roboto Slab" pitchFamily="34" charset="-120"/>
              </a:rPr>
              <a:t>03	</a:t>
            </a:r>
            <a:pPr algn="l" indent="-347472" marL="347472">
              <a:lnSpc>
                <a:spcPts val="2000"/>
              </a:lnSpc>
              <a:spcAft>
                <a:spcPts val="1400"/>
              </a:spcAft>
              <a:buNone/>
              <a:tabLst>
                <a:tab pos="347472" algn="l"/>
              </a:tabLst>
            </a:pPr>
            <a:r>
              <a:rPr lang="en-US" sz="1600" b="1" dirty="0">
                <a:solidFill>
                  <a:srgbClr val="003976"/>
                </a:solidFill>
                <a:latin typeface="Source Sans 3" pitchFamily="34" charset="0"/>
                <a:ea typeface="Source Sans 3" pitchFamily="34" charset="-122"/>
                <a:cs typeface="Source Sans 3" pitchFamily="34" charset="-120"/>
              </a:rPr>
              <a:t>Tele-embodiment</a:t>
            </a:r>
            <a:endParaRPr lang="en-US" sz="1600" dirty="0"/>
          </a:p>
          <a:p>
            <a:pPr algn="l" indent="-347472" marL="347472">
              <a:lnSpc>
                <a:spcPts val="2000"/>
              </a:lnSpc>
              <a:spcAft>
                <a:spcPts val="1400"/>
              </a:spcAft>
              <a:buNone/>
              <a:tabLst>
                <a:tab pos="347472" algn="l"/>
              </a:tabLst>
            </a:pPr>
            <a:r>
              <a:rPr lang="en-US" sz="1400" dirty="0">
                <a:solidFill>
                  <a:srgbClr val="003976"/>
                </a:solidFill>
                <a:latin typeface="Roboto Slab" pitchFamily="34" charset="0"/>
                <a:ea typeface="Roboto Slab" pitchFamily="34" charset="-122"/>
                <a:cs typeface="Roboto Slab" pitchFamily="34" charset="-120"/>
              </a:rPr>
              <a:t>04	</a:t>
            </a:r>
            <a:pPr algn="l" indent="-347472" marL="347472">
              <a:lnSpc>
                <a:spcPts val="2000"/>
              </a:lnSpc>
              <a:spcAft>
                <a:spcPts val="1400"/>
              </a:spcAft>
              <a:buNone/>
              <a:tabLst>
                <a:tab pos="347472" algn="l"/>
              </a:tabLst>
            </a:pPr>
            <a:r>
              <a:rPr lang="en-US" sz="1600" dirty="0">
                <a:solidFill>
                  <a:srgbClr val="003976"/>
                </a:solidFill>
                <a:latin typeface="Source Sans 3" pitchFamily="34" charset="0"/>
                <a:ea typeface="Source Sans 3" pitchFamily="34" charset="-122"/>
                <a:cs typeface="Source Sans 3" pitchFamily="34" charset="-120"/>
              </a:rPr>
              <a:t>Results</a:t>
            </a:r>
            <a:endParaRPr lang="en-US" sz="1600" dirty="0"/>
          </a:p>
          <a:p>
            <a:pPr algn="l" indent="-347472" marL="347472">
              <a:lnSpc>
                <a:spcPts val="2000"/>
              </a:lnSpc>
              <a:spcAft>
                <a:spcPts val="1400"/>
              </a:spcAft>
              <a:buNone/>
              <a:tabLst>
                <a:tab pos="347472" algn="l"/>
              </a:tabLst>
            </a:pPr>
            <a:r>
              <a:rPr lang="en-US" sz="1400" dirty="0">
                <a:solidFill>
                  <a:srgbClr val="003976"/>
                </a:solidFill>
                <a:latin typeface="Roboto Slab" pitchFamily="34" charset="0"/>
                <a:ea typeface="Roboto Slab" pitchFamily="34" charset="-122"/>
                <a:cs typeface="Roboto Slab" pitchFamily="34" charset="-120"/>
              </a:rPr>
              <a:t>05	</a:t>
            </a:r>
            <a:pPr algn="l" indent="-347472" marL="347472">
              <a:lnSpc>
                <a:spcPts val="2000"/>
              </a:lnSpc>
              <a:spcAft>
                <a:spcPts val="1400"/>
              </a:spcAft>
              <a:buNone/>
              <a:tabLst>
                <a:tab pos="347472" algn="l"/>
              </a:tabLst>
            </a:pPr>
            <a:r>
              <a:rPr lang="en-US" sz="1600" dirty="0">
                <a:solidFill>
                  <a:srgbClr val="003976"/>
                </a:solidFill>
                <a:latin typeface="Source Sans 3" pitchFamily="34" charset="0"/>
                <a:ea typeface="Source Sans 3" pitchFamily="34" charset="-122"/>
                <a:cs typeface="Source Sans 3" pitchFamily="34" charset="-120"/>
              </a:rPr>
              <a:t>What is next</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body" hasCustomPrompt="1"/>
          </p:nvPr>
        </p:nvSpPr>
        <p:spPr>
          <a:xfrm>
            <a:off x="1207008" y="329184"/>
            <a:ext cx="7479792" cy="274320"/>
          </a:xfrm>
          <a:prstGeom prst="rect">
            <a:avLst/>
          </a:prstGeom>
          <a:noFill/>
          <a:ln/>
        </p:spPr>
        <p:txBody>
          <a:bodyPr wrap="square" lIns="0" tIns="0" rIns="0" bIns="0" rtlCol="0" anchor="ctr"/>
          <a:lstStyle/>
          <a:p>
            <a:pPr algn="l" indent="0" marL="0">
              <a:lnSpc>
                <a:spcPct val="97000"/>
              </a:lnSpc>
              <a:buNone/>
            </a:pPr>
            <a:r>
              <a:rPr lang="en-US" sz="1400" b="1" spc="250" kern="0" dirty="0">
                <a:solidFill>
                  <a:srgbClr val="8A6100"/>
                </a:solidFill>
                <a:latin typeface="Source Sans 3" pitchFamily="34" charset="0"/>
                <a:ea typeface="Source Sans 3" pitchFamily="34" charset="-122"/>
                <a:cs typeface="Source Sans 3" pitchFamily="34" charset="-120"/>
              </a:rPr>
              <a:t>SECTION 01  ·  HOW TO USE THIS TEMPLATE</a:t>
            </a:r>
            <a:endParaRPr lang="en-US" sz="1400" dirty="0"/>
          </a:p>
        </p:txBody>
      </p:sp>
      <p:sp>
        <p:nvSpPr>
          <p:cNvPr id="3" name="Text 1"/>
          <p:cNvSpPr/>
          <p:nvPr>
            <p:ph idx="103" type="title" hasCustomPrompt="1"/>
          </p:nvPr>
        </p:nvSpPr>
        <p:spPr>
          <a:xfrm>
            <a:off x="1207008" y="566928"/>
            <a:ext cx="7479792" cy="475488"/>
          </a:xfrm>
          <a:prstGeom prst="rect">
            <a:avLst/>
          </a:prstGeom>
          <a:noFill/>
          <a:ln/>
        </p:spPr>
        <p:txBody>
          <a:bodyPr wrap="square" lIns="0" tIns="0" rIns="0" bIns="0" rtlCol="0" anchor="t"/>
          <a:lstStyle/>
          <a:p>
            <a:pPr algn="l" indent="0" marL="0">
              <a:lnSpc>
                <a:spcPct val="85000"/>
              </a:lnSpc>
              <a:buNone/>
            </a:pPr>
            <a:r>
              <a:rPr lang="en-US" sz="3200" b="1" dirty="0">
                <a:solidFill>
                  <a:srgbClr val="003976"/>
                </a:solidFill>
                <a:latin typeface="Source Sans 3" pitchFamily="34" charset="0"/>
                <a:ea typeface="Source Sans 3" pitchFamily="34" charset="-122"/>
                <a:cs typeface="Source Sans 3" pitchFamily="34" charset="-120"/>
              </a:rPr>
              <a:t>Keep titles to one line, sentence case</a:t>
            </a:r>
            <a:endParaRPr lang="en-US" sz="3200" dirty="0"/>
          </a:p>
        </p:txBody>
      </p:sp>
      <p:sp>
        <p:nvSpPr>
          <p:cNvPr id="4" name="Text 1"/>
          <p:cNvSpPr/>
          <p:nvPr>
            <p:ph idx="104" type="body" hasCustomPrompt="1"/>
          </p:nvPr>
        </p:nvSpPr>
        <p:spPr>
          <a:xfrm>
            <a:off x="457200" y="1298448"/>
            <a:ext cx="5029200" cy="3017520"/>
          </a:xfrm>
          <a:prstGeom prst="rect">
            <a:avLst/>
          </a:prstGeom>
          <a:noFill/>
          <a:ln/>
        </p:spPr>
        <p:txBody>
          <a:bodyPr wrap="square" lIns="0" tIns="0" rIns="0" bIns="0" rtlCol="0" anchor="t"/>
          <a:lstStyle/>
          <a:p>
            <a:pPr algn="l" marL="203200" indent="-203200">
              <a:lnSpc>
                <a:spcPts val="2400"/>
              </a:lnSpc>
              <a:spcAft>
                <a:spcPts val="800"/>
              </a:spcAft>
              <a:buSzPct val="100000"/>
              <a:buChar char="▸"/>
            </a:pPr>
            <a:r>
              <a:rPr lang="en-US" sz="1800" dirty="0">
                <a:solidFill>
                  <a:srgbClr val="1B2533"/>
                </a:solidFill>
                <a:latin typeface="Source Sans 3" pitchFamily="34" charset="0"/>
                <a:ea typeface="Source Sans 3" pitchFamily="34" charset="-122"/>
                <a:cs typeface="Source Sans 3" pitchFamily="34" charset="-120"/>
              </a:rPr>
              <a:t>Six one-line bullets fit; more than that, split</a:t>
            </a:r>
            <a:endParaRPr lang="en-US" sz="1800" dirty="0"/>
          </a:p>
          <a:p>
            <a:pPr algn="l" marL="203200" indent="-203200">
              <a:lnSpc>
                <a:spcPts val="2400"/>
              </a:lnSpc>
              <a:spcAft>
                <a:spcPts val="800"/>
              </a:spcAft>
              <a:buSzPct val="100000"/>
              <a:buChar char="▸"/>
            </a:pPr>
            <a:r>
              <a:rPr lang="en-US" sz="1800" dirty="0">
                <a:solidFill>
                  <a:srgbClr val="1B2533"/>
                </a:solidFill>
                <a:latin typeface="Source Sans 3" pitchFamily="34" charset="0"/>
                <a:ea typeface="Source Sans 3" pitchFamily="34" charset="-122"/>
                <a:cs typeface="Source Sans 3" pitchFamily="34" charset="-120"/>
              </a:rPr>
              <a:t>Body is 18 pt Source Sans 3 ink, left aligned</a:t>
            </a:r>
            <a:endParaRPr lang="en-US" sz="1800" dirty="0"/>
          </a:p>
          <a:p>
            <a:pPr algn="l" marL="203200" indent="-203200">
              <a:lnSpc>
                <a:spcPts val="2400"/>
              </a:lnSpc>
              <a:spcAft>
                <a:spcPts val="800"/>
              </a:spcAft>
              <a:buSzPct val="100000"/>
              <a:buChar char="▸"/>
            </a:pPr>
            <a:r>
              <a:rPr lang="en-US" sz="1800" dirty="0">
                <a:solidFill>
                  <a:srgbClr val="1B2533"/>
                </a:solidFill>
                <a:latin typeface="Source Sans 3" pitchFamily="34" charset="0"/>
                <a:ea typeface="Source Sans 3" pitchFamily="34" charset="-122"/>
                <a:cs typeface="Source Sans 3" pitchFamily="34" charset="-120"/>
              </a:rPr>
              <a:t>Press Tab for a 16 pt slate sub-point</a:t>
            </a:r>
            <a:endParaRPr lang="en-US" sz="1800" dirty="0"/>
          </a:p>
          <a:p>
            <a:pPr algn="l" lvl="1" marL="406400" indent="-203200">
              <a:lnSpc>
                <a:spcPts val="2000"/>
              </a:lnSpc>
              <a:spcAft>
                <a:spcPts val="800"/>
              </a:spcAft>
              <a:buSzPct val="100000"/>
              <a:buChar char="▹"/>
            </a:pPr>
            <a:r>
              <a:rPr lang="en-US" sz="1600" dirty="0">
                <a:solidFill>
                  <a:srgbClr val="4A5868"/>
                </a:solidFill>
                <a:latin typeface="Source Sans 3" pitchFamily="34" charset="0"/>
                <a:ea typeface="Source Sans 3" pitchFamily="34" charset="-122"/>
                <a:cs typeface="Source Sans 3" pitchFamily="34" charset="-120"/>
              </a:rPr>
              <a:t>Sub-points carry detail, not a new argument</a:t>
            </a:r>
            <a:endParaRPr lang="en-US" sz="1800" dirty="0"/>
          </a:p>
          <a:p>
            <a:pPr algn="l" marL="203200" indent="-203200">
              <a:lnSpc>
                <a:spcPts val="2400"/>
              </a:lnSpc>
              <a:spcAft>
                <a:spcPts val="800"/>
              </a:spcAft>
              <a:buSzPct val="100000"/>
              <a:buChar char="▸"/>
            </a:pPr>
            <a:r>
              <a:rPr lang="en-US" sz="1800" dirty="0">
                <a:solidFill>
                  <a:srgbClr val="1B2533"/>
                </a:solidFill>
                <a:latin typeface="Source Sans 3" pitchFamily="34" charset="0"/>
                <a:ea typeface="Source Sans 3" pitchFamily="34" charset="-122"/>
                <a:cs typeface="Source Sans 3" pitchFamily="34" charset="-120"/>
              </a:rPr>
              <a:t>One gold accent per white slide: the plate</a:t>
            </a:r>
            <a:endParaRPr lang="en-US" sz="1800" dirty="0"/>
          </a:p>
          <a:p>
            <a:pPr algn="l" marL="203200" indent="-203200">
              <a:lnSpc>
                <a:spcPts val="2400"/>
              </a:lnSpc>
              <a:spcAft>
                <a:spcPts val="800"/>
              </a:spcAft>
              <a:buSzPct val="100000"/>
              <a:buChar char="▸"/>
            </a:pPr>
            <a:r>
              <a:rPr lang="en-US" sz="1800" dirty="0">
                <a:solidFill>
                  <a:srgbClr val="1B2533"/>
                </a:solidFill>
                <a:latin typeface="Source Sans 3" pitchFamily="34" charset="0"/>
                <a:ea typeface="Source Sans 3" pitchFamily="34" charset="-122"/>
                <a:cs typeface="Source Sans 3" pitchFamily="34" charset="-120"/>
              </a:rPr>
              <a:t>AP dates (Sept. 23, 2026), no Oxford comma</a:t>
            </a:r>
            <a:endParaRPr lang="en-US" sz="1800" dirty="0"/>
          </a:p>
        </p:txBody>
      </p:sp>
      <p:pic>
        <p:nvPicPr>
          <p:cNvPr id="5" name="Image 0" descr="Concept illustration on mist: a remote operator in a VR headset controls a distant robot arm over a network link">    </p:cNvPr>
          <p:cNvPicPr>
            <a:picLocks noChangeAspect="1"/>
          </p:cNvPicPr>
          <p:nvPr>
            <p:ph idx="105" hasCustomPrompt="1"/>
          </p:nvPr>
        </p:nvPicPr>
        <p:blipFill>
          <a:blip r:embed="rId1"/>
          <a:stretch>
            <a:fillRect/>
          </a:stretch>
        </p:blipFill>
        <p:spPr>
          <a:xfrm>
            <a:off x="5760720" y="1298448"/>
            <a:ext cx="2926080" cy="301752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body" hasCustomPrompt="1"/>
          </p:nvPr>
        </p:nvSpPr>
        <p:spPr>
          <a:xfrm>
            <a:off x="1207008" y="329184"/>
            <a:ext cx="7479792" cy="274320"/>
          </a:xfrm>
          <a:prstGeom prst="rect">
            <a:avLst/>
          </a:prstGeom>
          <a:noFill/>
          <a:ln/>
        </p:spPr>
        <p:txBody>
          <a:bodyPr wrap="square" lIns="0" tIns="0" rIns="0" bIns="0" rtlCol="0" anchor="ctr"/>
          <a:lstStyle/>
          <a:p>
            <a:pPr algn="l" indent="0" marL="0">
              <a:lnSpc>
                <a:spcPct val="97000"/>
              </a:lnSpc>
              <a:buNone/>
            </a:pPr>
            <a:r>
              <a:rPr lang="en-US" sz="1400" b="1" spc="250" kern="0" dirty="0">
                <a:solidFill>
                  <a:srgbClr val="8A6100"/>
                </a:solidFill>
                <a:latin typeface="Source Sans 3" pitchFamily="34" charset="0"/>
                <a:ea typeface="Source Sans 3" pitchFamily="34" charset="-122"/>
                <a:cs typeface="Source Sans 3" pitchFamily="34" charset="-120"/>
              </a:rPr>
              <a:t>SECTION 04  ·  RESULTS</a:t>
            </a:r>
            <a:endParaRPr lang="en-US" sz="1400" dirty="0"/>
          </a:p>
        </p:txBody>
      </p:sp>
      <p:sp>
        <p:nvSpPr>
          <p:cNvPr id="3" name="Text 1"/>
          <p:cNvSpPr/>
          <p:nvPr>
            <p:ph idx="103" type="title" hasCustomPrompt="1"/>
          </p:nvPr>
        </p:nvSpPr>
        <p:spPr>
          <a:xfrm>
            <a:off x="1207008" y="566928"/>
            <a:ext cx="7479792" cy="960120"/>
          </a:xfrm>
          <a:prstGeom prst="rect">
            <a:avLst/>
          </a:prstGeom>
          <a:noFill/>
          <a:ln/>
        </p:spPr>
        <p:txBody>
          <a:bodyPr wrap="square" lIns="0" tIns="0" rIns="0" bIns="0" rtlCol="0" anchor="t"/>
          <a:lstStyle/>
          <a:p>
            <a:pPr algn="l" indent="0" marL="0">
              <a:lnSpc>
                <a:spcPct val="85000"/>
              </a:lnSpc>
              <a:buNone/>
            </a:pPr>
            <a:r>
              <a:rPr lang="en-US" sz="3200" b="1" dirty="0">
                <a:solidFill>
                  <a:srgbClr val="003976"/>
                </a:solidFill>
                <a:latin typeface="Source Sans 3" pitchFamily="34" charset="0"/>
                <a:ea typeface="Source Sans 3" pitchFamily="34" charset="-122"/>
                <a:cs typeface="Source Sans 3" pitchFamily="34" charset="-120"/>
              </a:rPr>
              <a:t>Results: task completion time by interface</a:t>
            </a:r>
            <a:endParaRPr lang="en-US" sz="3200" dirty="0"/>
          </a:p>
        </p:txBody>
      </p:sp>
      <p:sp>
        <p:nvSpPr>
          <p:cNvPr id="4" name="Text 1"/>
          <p:cNvSpPr/>
          <p:nvPr>
            <p:ph idx="104" type="body" hasCustomPrompt="1"/>
          </p:nvPr>
        </p:nvSpPr>
        <p:spPr>
          <a:xfrm>
            <a:off x="457200" y="1783080"/>
            <a:ext cx="5029200" cy="2532888"/>
          </a:xfrm>
          <a:prstGeom prst="rect">
            <a:avLst/>
          </a:prstGeom>
          <a:noFill/>
          <a:ln/>
        </p:spPr>
        <p:txBody>
          <a:bodyPr wrap="square" lIns="0" tIns="0" rIns="0" bIns="0" rtlCol="0" anchor="t"/>
          <a:lstStyle/>
          <a:p>
            <a:pPr algn="l" marL="203200" indent="-203200">
              <a:lnSpc>
                <a:spcPts val="2400"/>
              </a:lnSpc>
              <a:spcAft>
                <a:spcPts val="800"/>
              </a:spcAft>
              <a:buSzPct val="100000"/>
              <a:buChar char="▸"/>
            </a:pPr>
            <a:r>
              <a:rPr lang="en-US" sz="1800" dirty="0">
                <a:solidFill>
                  <a:srgbClr val="1B2533"/>
                </a:solidFill>
                <a:latin typeface="Source Sans 3" pitchFamily="34" charset="0"/>
                <a:ea typeface="Source Sans 3" pitchFamily="34" charset="-122"/>
                <a:cs typeface="Source Sans 3" pitchFamily="34" charset="-120"/>
              </a:rPr>
              <a:t>Gestures cut mean task time by 44 percent</a:t>
            </a:r>
            <a:endParaRPr lang="en-US" sz="1800" dirty="0"/>
          </a:p>
          <a:p>
            <a:pPr algn="l" marL="203200" indent="-203200">
              <a:lnSpc>
                <a:spcPts val="2400"/>
              </a:lnSpc>
              <a:spcAft>
                <a:spcPts val="800"/>
              </a:spcAft>
              <a:buSzPct val="100000"/>
              <a:buChar char="▸"/>
            </a:pPr>
            <a:r>
              <a:rPr lang="en-US" sz="1800" dirty="0">
                <a:solidFill>
                  <a:srgbClr val="1B2533"/>
                </a:solidFill>
                <a:latin typeface="Source Sans 3" pitchFamily="34" charset="0"/>
                <a:ea typeface="Source Sans 3" pitchFamily="34" charset="-122"/>
                <a:cs typeface="Source Sans 3" pitchFamily="34" charset="-120"/>
              </a:rPr>
              <a:t>VR controllers: second fastest, most workload</a:t>
            </a:r>
            <a:endParaRPr lang="en-US" sz="1800" dirty="0"/>
          </a:p>
          <a:p>
            <a:pPr algn="l" marL="203200" indent="-203200">
              <a:lnSpc>
                <a:spcPts val="2400"/>
              </a:lnSpc>
              <a:spcAft>
                <a:spcPts val="800"/>
              </a:spcAft>
              <a:buSzPct val="100000"/>
              <a:buChar char="▸"/>
            </a:pPr>
            <a:r>
              <a:rPr lang="en-US" sz="1800" dirty="0">
                <a:solidFill>
                  <a:srgbClr val="1B2533"/>
                </a:solidFill>
                <a:latin typeface="Source Sans 3" pitchFamily="34" charset="0"/>
                <a:ea typeface="Source Sans 3" pitchFamily="34" charset="-122"/>
                <a:cs typeface="Source Sans 3" pitchFamily="34" charset="-120"/>
              </a:rPr>
              <a:t>Latency above 120 ms cancelled the gain</a:t>
            </a:r>
            <a:endParaRPr lang="en-US" sz="1800" dirty="0"/>
          </a:p>
          <a:p>
            <a:pPr algn="l" lvl="1" marL="406400" indent="-203200">
              <a:lnSpc>
                <a:spcPts val="2000"/>
              </a:lnSpc>
              <a:spcAft>
                <a:spcPts val="800"/>
              </a:spcAft>
              <a:buSzPct val="100000"/>
              <a:buChar char="▹"/>
            </a:pPr>
            <a:r>
              <a:rPr lang="en-US" sz="1600" dirty="0">
                <a:solidFill>
                  <a:srgbClr val="4A5868"/>
                </a:solidFill>
                <a:latin typeface="Source Sans 3" pitchFamily="34" charset="0"/>
                <a:ea typeface="Source Sans 3" pitchFamily="34" charset="-122"/>
                <a:cs typeface="Source Sans 3" pitchFamily="34" charset="-120"/>
              </a:rPr>
              <a:t>Example findings, n = [N]</a:t>
            </a:r>
            <a:endParaRPr lang="en-US" sz="1800" dirty="0"/>
          </a:p>
        </p:txBody>
      </p:sp>
      <p:pic>
        <p:nvPicPr>
          <p:cNvPr id="5" name="Image 0" descr="Concept illustration on mist: a pilot in a VR headset flies a quadcopter through a virtual training course">    </p:cNvPr>
          <p:cNvPicPr>
            <a:picLocks noChangeAspect="1"/>
          </p:cNvPicPr>
          <p:nvPr>
            <p:ph idx="105" hasCustomPrompt="1"/>
          </p:nvPr>
        </p:nvPicPr>
        <p:blipFill>
          <a:blip r:embed="rId1"/>
          <a:stretch>
            <a:fillRect/>
          </a:stretch>
        </p:blipFill>
        <p:spPr>
          <a:xfrm>
            <a:off x="5760720" y="1783080"/>
            <a:ext cx="2926080" cy="253288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body" hasCustomPrompt="1"/>
          </p:nvPr>
        </p:nvSpPr>
        <p:spPr>
          <a:xfrm>
            <a:off x="1207008" y="329184"/>
            <a:ext cx="7479792" cy="274320"/>
          </a:xfrm>
          <a:prstGeom prst="rect">
            <a:avLst/>
          </a:prstGeom>
          <a:noFill/>
          <a:ln/>
        </p:spPr>
        <p:txBody>
          <a:bodyPr wrap="square" lIns="0" tIns="0" rIns="0" bIns="0" rtlCol="0" anchor="ctr"/>
          <a:lstStyle/>
          <a:p>
            <a:pPr algn="l" indent="0" marL="0">
              <a:lnSpc>
                <a:spcPct val="97000"/>
              </a:lnSpc>
              <a:buNone/>
            </a:pPr>
            <a:r>
              <a:rPr lang="en-US" sz="1400" b="1" spc="250" kern="0" dirty="0">
                <a:solidFill>
                  <a:srgbClr val="8A6100"/>
                </a:solidFill>
                <a:latin typeface="Source Sans 3" pitchFamily="34" charset="0"/>
                <a:ea typeface="Source Sans 3" pitchFamily="34" charset="-122"/>
                <a:cs typeface="Source Sans 3" pitchFamily="34" charset="-120"/>
              </a:rPr>
              <a:t>SECTION 04  ·  RESULTS</a:t>
            </a:r>
            <a:endParaRPr lang="en-US" sz="1400" dirty="0"/>
          </a:p>
        </p:txBody>
      </p:sp>
      <p:sp>
        <p:nvSpPr>
          <p:cNvPr id="3" name="Text 1"/>
          <p:cNvSpPr/>
          <p:nvPr>
            <p:ph idx="103" type="title" hasCustomPrompt="1"/>
          </p:nvPr>
        </p:nvSpPr>
        <p:spPr>
          <a:xfrm>
            <a:off x="1207008" y="566928"/>
            <a:ext cx="7479792" cy="475488"/>
          </a:xfrm>
          <a:prstGeom prst="rect">
            <a:avLst/>
          </a:prstGeom>
          <a:noFill/>
          <a:ln/>
        </p:spPr>
        <p:txBody>
          <a:bodyPr wrap="square" lIns="0" tIns="0" rIns="0" bIns="0" rtlCol="0" anchor="t"/>
          <a:lstStyle/>
          <a:p>
            <a:pPr algn="l" indent="0" marL="0">
              <a:lnSpc>
                <a:spcPct val="85000"/>
              </a:lnSpc>
              <a:buNone/>
            </a:pPr>
            <a:r>
              <a:rPr lang="en-US" sz="3200" b="1" dirty="0">
                <a:solidFill>
                  <a:srgbClr val="003976"/>
                </a:solidFill>
                <a:latin typeface="Source Sans 3" pitchFamily="34" charset="0"/>
                <a:ea typeface="Source Sans 3" pitchFamily="34" charset="-122"/>
                <a:cs typeface="Source Sans 3" pitchFamily="34" charset="-120"/>
              </a:rPr>
              <a:t>Compare two things side by side</a:t>
            </a:r>
            <a:endParaRPr lang="en-US" sz="3200" dirty="0"/>
          </a:p>
        </p:txBody>
      </p:sp>
      <p:sp>
        <p:nvSpPr>
          <p:cNvPr id="4" name="Text 1"/>
          <p:cNvSpPr/>
          <p:nvPr>
            <p:ph idx="104" type="body" hasCustomPrompt="1"/>
          </p:nvPr>
        </p:nvSpPr>
        <p:spPr>
          <a:xfrm>
            <a:off x="457200" y="1298448"/>
            <a:ext cx="3977640" cy="365760"/>
          </a:xfrm>
          <a:prstGeom prst="rect">
            <a:avLst/>
          </a:prstGeom>
          <a:noFill/>
          <a:ln/>
        </p:spPr>
        <p:txBody>
          <a:bodyPr wrap="square" lIns="0" tIns="0" rIns="0" bIns="0" rtlCol="0" anchor="t"/>
          <a:lstStyle/>
          <a:p>
            <a:pPr algn="l" indent="0" marL="0">
              <a:lnSpc>
                <a:spcPct val="89000"/>
              </a:lnSpc>
              <a:buNone/>
            </a:pPr>
            <a:r>
              <a:rPr lang="en-US" sz="2200" b="1" dirty="0">
                <a:solidFill>
                  <a:srgbClr val="003976"/>
                </a:solidFill>
                <a:latin typeface="Source Sans 3" pitchFamily="34" charset="0"/>
                <a:ea typeface="Source Sans 3" pitchFamily="34" charset="-122"/>
                <a:cs typeface="Source Sans 3" pitchFamily="34" charset="-120"/>
              </a:rPr>
              <a:t>Baseline: keyboard and mouse</a:t>
            </a:r>
            <a:endParaRPr lang="en-US" sz="2200" dirty="0"/>
          </a:p>
        </p:txBody>
      </p:sp>
      <p:sp>
        <p:nvSpPr>
          <p:cNvPr id="5" name="Text 1"/>
          <p:cNvSpPr/>
          <p:nvPr>
            <p:ph idx="105" type="body" hasCustomPrompt="1"/>
          </p:nvPr>
        </p:nvSpPr>
        <p:spPr>
          <a:xfrm>
            <a:off x="457200" y="1737360"/>
            <a:ext cx="3977640" cy="2578608"/>
          </a:xfrm>
          <a:prstGeom prst="rect">
            <a:avLst/>
          </a:prstGeom>
          <a:noFill/>
          <a:ln/>
        </p:spPr>
        <p:txBody>
          <a:bodyPr wrap="square" lIns="0" tIns="0" rIns="0" bIns="0" rtlCol="0" anchor="t"/>
          <a:lstStyle/>
          <a:p>
            <a:pPr algn="l" marL="203200" indent="-203200">
              <a:lnSpc>
                <a:spcPts val="2400"/>
              </a:lnSpc>
              <a:spcAft>
                <a:spcPts val="800"/>
              </a:spcAft>
              <a:buSzPct val="100000"/>
              <a:buChar char="▸"/>
            </a:pPr>
            <a:r>
              <a:rPr lang="en-US" sz="1800" dirty="0">
                <a:solidFill>
                  <a:srgbClr val="1B2533"/>
                </a:solidFill>
                <a:latin typeface="Source Sans 3" pitchFamily="34" charset="0"/>
                <a:ea typeface="Source Sans 3" pitchFamily="34" charset="-122"/>
                <a:cs typeface="Source Sans 3" pitchFamily="34" charset="-120"/>
              </a:rPr>
              <a:t>Operator watches a monitor</a:t>
            </a:r>
            <a:endParaRPr lang="en-US" sz="1800" dirty="0"/>
          </a:p>
          <a:p>
            <a:pPr algn="l" marL="203200" indent="-203200">
              <a:lnSpc>
                <a:spcPts val="2400"/>
              </a:lnSpc>
              <a:spcAft>
                <a:spcPts val="800"/>
              </a:spcAft>
              <a:buSzPct val="100000"/>
              <a:buChar char="▸"/>
            </a:pPr>
            <a:r>
              <a:rPr lang="en-US" sz="1800" dirty="0">
                <a:solidFill>
                  <a:srgbClr val="1B2533"/>
                </a:solidFill>
                <a:latin typeface="Source Sans 3" pitchFamily="34" charset="0"/>
                <a:ea typeface="Source Sans 3" pitchFamily="34" charset="-122"/>
                <a:cs typeface="Source Sans 3" pitchFamily="34" charset="-120"/>
              </a:rPr>
              <a:t>Camera view is fixed</a:t>
            </a:r>
            <a:endParaRPr lang="en-US" sz="1800" dirty="0"/>
          </a:p>
          <a:p>
            <a:pPr algn="l" marL="203200" indent="-203200">
              <a:lnSpc>
                <a:spcPts val="2400"/>
              </a:lnSpc>
              <a:spcAft>
                <a:spcPts val="800"/>
              </a:spcAft>
              <a:buSzPct val="100000"/>
              <a:buChar char="▸"/>
            </a:pPr>
            <a:r>
              <a:rPr lang="en-US" sz="1800" dirty="0">
                <a:solidFill>
                  <a:srgbClr val="1B2533"/>
                </a:solidFill>
                <a:latin typeface="Source Sans 3" pitchFamily="34" charset="0"/>
                <a:ea typeface="Source Sans 3" pitchFamily="34" charset="-122"/>
                <a:cs typeface="Source Sans 3" pitchFamily="34" charset="-120"/>
              </a:rPr>
              <a:t>Mean task time [84 s], example data</a:t>
            </a:r>
            <a:endParaRPr lang="en-US" sz="1800" dirty="0"/>
          </a:p>
          <a:p>
            <a:pPr algn="l" marL="203200" indent="-203200">
              <a:lnSpc>
                <a:spcPts val="2400"/>
              </a:lnSpc>
              <a:spcAft>
                <a:spcPts val="800"/>
              </a:spcAft>
              <a:buSzPct val="100000"/>
              <a:buChar char="▸"/>
            </a:pPr>
            <a:r>
              <a:rPr lang="en-US" sz="1800" dirty="0">
                <a:solidFill>
                  <a:srgbClr val="1B2533"/>
                </a:solidFill>
                <a:latin typeface="Source Sans 3" pitchFamily="34" charset="0"/>
                <a:ea typeface="Source Sans 3" pitchFamily="34" charset="-122"/>
                <a:cs typeface="Source Sans 3" pitchFamily="34" charset="-120"/>
              </a:rPr>
              <a:t>Two hands, six degrees of freedom</a:t>
            </a:r>
            <a:endParaRPr lang="en-US" sz="1800" dirty="0"/>
          </a:p>
        </p:txBody>
      </p:sp>
      <p:sp>
        <p:nvSpPr>
          <p:cNvPr id="6" name="Text 1"/>
          <p:cNvSpPr/>
          <p:nvPr>
            <p:ph idx="106" type="body" hasCustomPrompt="1"/>
          </p:nvPr>
        </p:nvSpPr>
        <p:spPr>
          <a:xfrm>
            <a:off x="4709160" y="1298448"/>
            <a:ext cx="3977640" cy="365760"/>
          </a:xfrm>
          <a:prstGeom prst="rect">
            <a:avLst/>
          </a:prstGeom>
          <a:noFill/>
          <a:ln/>
        </p:spPr>
        <p:txBody>
          <a:bodyPr wrap="square" lIns="0" tIns="0" rIns="0" bIns="0" rtlCol="0" anchor="t"/>
          <a:lstStyle/>
          <a:p>
            <a:pPr algn="l" indent="0" marL="0">
              <a:lnSpc>
                <a:spcPct val="89000"/>
              </a:lnSpc>
              <a:buNone/>
            </a:pPr>
            <a:r>
              <a:rPr lang="en-US" sz="2200" b="1" dirty="0">
                <a:solidFill>
                  <a:srgbClr val="003976"/>
                </a:solidFill>
                <a:latin typeface="Source Sans 3" pitchFamily="34" charset="0"/>
                <a:ea typeface="Source Sans 3" pitchFamily="34" charset="-122"/>
                <a:cs typeface="Source Sans 3" pitchFamily="34" charset="-120"/>
              </a:rPr>
              <a:t>Proposed: gesture control</a:t>
            </a:r>
            <a:endParaRPr lang="en-US" sz="2200" dirty="0"/>
          </a:p>
        </p:txBody>
      </p:sp>
      <p:sp>
        <p:nvSpPr>
          <p:cNvPr id="7" name="Text 1"/>
          <p:cNvSpPr/>
          <p:nvPr>
            <p:ph idx="107" type="body" hasCustomPrompt="1"/>
          </p:nvPr>
        </p:nvSpPr>
        <p:spPr>
          <a:xfrm>
            <a:off x="4709160" y="1737360"/>
            <a:ext cx="3977640" cy="2578608"/>
          </a:xfrm>
          <a:prstGeom prst="rect">
            <a:avLst/>
          </a:prstGeom>
          <a:noFill/>
          <a:ln/>
        </p:spPr>
        <p:txBody>
          <a:bodyPr wrap="square" lIns="0" tIns="0" rIns="0" bIns="0" rtlCol="0" anchor="t"/>
          <a:lstStyle/>
          <a:p>
            <a:pPr algn="l" marL="203200" indent="-203200">
              <a:lnSpc>
                <a:spcPts val="2400"/>
              </a:lnSpc>
              <a:spcAft>
                <a:spcPts val="800"/>
              </a:spcAft>
              <a:buSzPct val="100000"/>
              <a:buChar char="▸"/>
            </a:pPr>
            <a:r>
              <a:rPr lang="en-US" sz="1800" dirty="0">
                <a:solidFill>
                  <a:srgbClr val="1B2533"/>
                </a:solidFill>
                <a:latin typeface="Source Sans 3" pitchFamily="34" charset="0"/>
                <a:ea typeface="Source Sans 3" pitchFamily="34" charset="-122"/>
                <a:cs typeface="Source Sans 3" pitchFamily="34" charset="-120"/>
              </a:rPr>
              <a:t>Operator wears a VR headset</a:t>
            </a:r>
            <a:endParaRPr lang="en-US" sz="1800" dirty="0"/>
          </a:p>
          <a:p>
            <a:pPr algn="l" marL="203200" indent="-203200">
              <a:lnSpc>
                <a:spcPts val="2400"/>
              </a:lnSpc>
              <a:spcAft>
                <a:spcPts val="800"/>
              </a:spcAft>
              <a:buSzPct val="100000"/>
              <a:buChar char="▸"/>
            </a:pPr>
            <a:r>
              <a:rPr lang="en-US" sz="1800" dirty="0">
                <a:solidFill>
                  <a:srgbClr val="1B2533"/>
                </a:solidFill>
                <a:latin typeface="Source Sans 3" pitchFamily="34" charset="0"/>
                <a:ea typeface="Source Sans 3" pitchFamily="34" charset="-122"/>
                <a:cs typeface="Source Sans 3" pitchFamily="34" charset="-120"/>
              </a:rPr>
              <a:t>Head motion steers the camera</a:t>
            </a:r>
            <a:endParaRPr lang="en-US" sz="1800" dirty="0"/>
          </a:p>
          <a:p>
            <a:pPr algn="l" marL="203200" indent="-203200">
              <a:lnSpc>
                <a:spcPts val="2400"/>
              </a:lnSpc>
              <a:spcAft>
                <a:spcPts val="800"/>
              </a:spcAft>
              <a:buSzPct val="100000"/>
              <a:buChar char="▸"/>
            </a:pPr>
            <a:r>
              <a:rPr lang="en-US" sz="1800" dirty="0">
                <a:solidFill>
                  <a:srgbClr val="1B2533"/>
                </a:solidFill>
                <a:latin typeface="Source Sans 3" pitchFamily="34" charset="0"/>
                <a:ea typeface="Source Sans 3" pitchFamily="34" charset="-122"/>
                <a:cs typeface="Source Sans 3" pitchFamily="34" charset="-120"/>
              </a:rPr>
              <a:t>Mean task time [47 s], example data</a:t>
            </a:r>
            <a:endParaRPr lang="en-US" sz="1800" dirty="0"/>
          </a:p>
          <a:p>
            <a:pPr algn="l" marL="203200" indent="-203200">
              <a:lnSpc>
                <a:spcPts val="2400"/>
              </a:lnSpc>
              <a:spcAft>
                <a:spcPts val="800"/>
              </a:spcAft>
              <a:buSzPct val="100000"/>
              <a:buChar char="▸"/>
            </a:pPr>
            <a:r>
              <a:rPr lang="en-US" sz="1800" dirty="0">
                <a:solidFill>
                  <a:srgbClr val="1B2533"/>
                </a:solidFill>
                <a:latin typeface="Source Sans 3" pitchFamily="34" charset="0"/>
                <a:ea typeface="Source Sans 3" pitchFamily="34" charset="-122"/>
                <a:cs typeface="Source Sans 3" pitchFamily="34" charset="-120"/>
              </a:rPr>
              <a:t>Gestures map directly to the gripper</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body" hasCustomPrompt="1"/>
          </p:nvPr>
        </p:nvSpPr>
        <p:spPr>
          <a:xfrm>
            <a:off x="1207008" y="329184"/>
            <a:ext cx="7479792" cy="274320"/>
          </a:xfrm>
          <a:prstGeom prst="rect">
            <a:avLst/>
          </a:prstGeom>
          <a:noFill/>
          <a:ln/>
        </p:spPr>
        <p:txBody>
          <a:bodyPr wrap="square" lIns="0" tIns="0" rIns="0" bIns="0" rtlCol="0" anchor="ctr"/>
          <a:lstStyle/>
          <a:p>
            <a:pPr algn="l" indent="0" marL="0">
              <a:lnSpc>
                <a:spcPct val="97000"/>
              </a:lnSpc>
              <a:buNone/>
            </a:pPr>
            <a:r>
              <a:rPr lang="en-US" sz="1400" b="1" spc="250" kern="0" dirty="0">
                <a:solidFill>
                  <a:srgbClr val="8A6100"/>
                </a:solidFill>
                <a:latin typeface="Source Sans 3" pitchFamily="34" charset="0"/>
                <a:ea typeface="Source Sans 3" pitchFamily="34" charset="-122"/>
                <a:cs typeface="Source Sans 3" pitchFamily="34" charset="-120"/>
              </a:rPr>
              <a:t>SECTION 02  ·  IMMERSIVE TELEOPERATION</a:t>
            </a:r>
            <a:endParaRPr lang="en-US" sz="1400" dirty="0"/>
          </a:p>
        </p:txBody>
      </p:sp>
      <p:sp>
        <p:nvSpPr>
          <p:cNvPr id="3" name="Text 1"/>
          <p:cNvSpPr/>
          <p:nvPr>
            <p:ph idx="103" type="title" hasCustomPrompt="1"/>
          </p:nvPr>
        </p:nvSpPr>
        <p:spPr>
          <a:xfrm>
            <a:off x="1207008" y="566928"/>
            <a:ext cx="7479792" cy="475488"/>
          </a:xfrm>
          <a:prstGeom prst="rect">
            <a:avLst/>
          </a:prstGeom>
          <a:noFill/>
          <a:ln/>
        </p:spPr>
        <p:txBody>
          <a:bodyPr wrap="square" lIns="0" tIns="0" rIns="0" bIns="0" rtlCol="0" anchor="t"/>
          <a:lstStyle/>
          <a:p>
            <a:pPr algn="l" indent="0" marL="0">
              <a:lnSpc>
                <a:spcPct val="85000"/>
              </a:lnSpc>
              <a:buNone/>
            </a:pPr>
            <a:r>
              <a:rPr lang="en-US" sz="3200" b="1" dirty="0">
                <a:solidFill>
                  <a:srgbClr val="003976"/>
                </a:solidFill>
                <a:latin typeface="Source Sans 3" pitchFamily="34" charset="0"/>
                <a:ea typeface="Source Sans 3" pitchFamily="34" charset="-122"/>
                <a:cs typeface="Source Sans 3" pitchFamily="34" charset="-120"/>
              </a:rPr>
              <a:t>Operator, network, robot</a:t>
            </a:r>
            <a:endParaRPr lang="en-US" sz="3200" dirty="0"/>
          </a:p>
        </p:txBody>
      </p:sp>
      <p:sp>
        <p:nvSpPr>
          <p:cNvPr id="4" name="Text 1"/>
          <p:cNvSpPr/>
          <p:nvPr>
            <p:ph idx="104" type="body" hasCustomPrompt="1"/>
          </p:nvPr>
        </p:nvSpPr>
        <p:spPr>
          <a:xfrm>
            <a:off x="457200" y="1298448"/>
            <a:ext cx="3268980" cy="658368"/>
          </a:xfrm>
          <a:prstGeom prst="rect">
            <a:avLst/>
          </a:prstGeom>
          <a:noFill/>
          <a:ln/>
        </p:spPr>
        <p:txBody>
          <a:bodyPr wrap="square" lIns="0" tIns="0" rIns="0" bIns="0" rtlCol="0" anchor="t"/>
          <a:lstStyle/>
          <a:p>
            <a:pPr algn="l" indent="0" marL="0">
              <a:lnSpc>
                <a:spcPct val="89000"/>
              </a:lnSpc>
              <a:buNone/>
            </a:pPr>
            <a:r>
              <a:rPr lang="en-US" sz="2200" b="1" dirty="0">
                <a:solidFill>
                  <a:srgbClr val="003976"/>
                </a:solidFill>
                <a:latin typeface="Source Sans 3" pitchFamily="34" charset="0"/>
                <a:ea typeface="Source Sans 3" pitchFamily="34" charset="-122"/>
                <a:cs typeface="Source Sans 3" pitchFamily="34" charset="-120"/>
              </a:rPr>
              <a:t>One control loop across two places</a:t>
            </a:r>
            <a:endParaRPr lang="en-US" sz="2200" dirty="0"/>
          </a:p>
        </p:txBody>
      </p:sp>
      <p:sp>
        <p:nvSpPr>
          <p:cNvPr id="5" name="Text 1"/>
          <p:cNvSpPr/>
          <p:nvPr>
            <p:ph idx="105" type="body" hasCustomPrompt="1"/>
          </p:nvPr>
        </p:nvSpPr>
        <p:spPr>
          <a:xfrm>
            <a:off x="457200" y="2084832"/>
            <a:ext cx="3268980" cy="2231136"/>
          </a:xfrm>
          <a:prstGeom prst="rect">
            <a:avLst/>
          </a:prstGeom>
          <a:noFill/>
          <a:ln/>
        </p:spPr>
        <p:txBody>
          <a:bodyPr wrap="square" lIns="0" tIns="0" rIns="0" bIns="0" rtlCol="0" anchor="t"/>
          <a:lstStyle/>
          <a:p>
            <a:pPr algn="l" marL="203200" indent="-203200">
              <a:lnSpc>
                <a:spcPts val="2400"/>
              </a:lnSpc>
              <a:spcAft>
                <a:spcPts val="800"/>
              </a:spcAft>
              <a:buSzPct val="100000"/>
              <a:buChar char="▸"/>
            </a:pPr>
            <a:r>
              <a:rPr lang="en-US" sz="1800" dirty="0">
                <a:solidFill>
                  <a:srgbClr val="1B2533"/>
                </a:solidFill>
                <a:latin typeface="Source Sans 3" pitchFamily="34" charset="0"/>
                <a:ea typeface="Source Sans 3" pitchFamily="34" charset="-122"/>
                <a:cs typeface="Source Sans 3" pitchFamily="34" charset="-120"/>
              </a:rPr>
              <a:t>The operator sees through the robot’s cameras in VR</a:t>
            </a:r>
            <a:endParaRPr lang="en-US" sz="1800" dirty="0"/>
          </a:p>
          <a:p>
            <a:pPr algn="l" marL="203200" indent="-203200">
              <a:lnSpc>
                <a:spcPts val="2400"/>
              </a:lnSpc>
              <a:spcAft>
                <a:spcPts val="800"/>
              </a:spcAft>
              <a:buSzPct val="100000"/>
              <a:buChar char="▸"/>
            </a:pPr>
            <a:r>
              <a:rPr lang="en-US" sz="1800" dirty="0">
                <a:solidFill>
                  <a:srgbClr val="1B2533"/>
                </a:solidFill>
                <a:latin typeface="Source Sans 3" pitchFamily="34" charset="0"/>
                <a:ea typeface="Source Sans 3" pitchFamily="34" charset="-122"/>
                <a:cs typeface="Source Sans 3" pitchFamily="34" charset="-120"/>
              </a:rPr>
              <a:t>Controllers and gestures map to robot motion</a:t>
            </a:r>
            <a:endParaRPr lang="en-US" sz="1800" dirty="0"/>
          </a:p>
          <a:p>
            <a:pPr algn="l" marL="203200" indent="-203200">
              <a:lnSpc>
                <a:spcPts val="2400"/>
              </a:lnSpc>
              <a:spcAft>
                <a:spcPts val="800"/>
              </a:spcAft>
              <a:buSzPct val="100000"/>
              <a:buChar char="▸"/>
            </a:pPr>
            <a:r>
              <a:rPr lang="en-US" sz="1800" dirty="0">
                <a:solidFill>
                  <a:srgbClr val="1B2533"/>
                </a:solidFill>
                <a:latin typeface="Source Sans 3" pitchFamily="34" charset="0"/>
                <a:ea typeface="Source Sans 3" pitchFamily="34" charset="-122"/>
                <a:cs typeface="Source Sans 3" pitchFamily="34" charset="-120"/>
              </a:rPr>
              <a:t>Feedback closes the loop over the network</a:t>
            </a:r>
            <a:endParaRPr lang="en-US" sz="1800" dirty="0"/>
          </a:p>
        </p:txBody>
      </p:sp>
      <p:pic>
        <p:nvPicPr>
          <p:cNvPr id="6" name="Image 0" descr="Concept illustration on graph paper: a remote operator wearing a VR headset controls a distant robot arm over a network link">    </p:cNvPr>
          <p:cNvPicPr>
            <a:picLocks noChangeAspect="1"/>
          </p:cNvPicPr>
          <p:nvPr>
            <p:ph idx="107" hasCustomPrompt="1"/>
          </p:nvPr>
        </p:nvPicPr>
        <p:blipFill>
          <a:blip r:embed="rId1"/>
          <a:stretch>
            <a:fillRect/>
          </a:stretch>
        </p:blipFill>
        <p:spPr>
          <a:xfrm>
            <a:off x="4000500" y="1298448"/>
            <a:ext cx="4686300" cy="2514600"/>
          </a:xfrm>
          <a:prstGeom prst="rect">
            <a:avLst/>
          </a:prstGeom>
        </p:spPr>
      </p:pic>
      <p:sp>
        <p:nvSpPr>
          <p:cNvPr id="7" name="Text 1"/>
          <p:cNvSpPr/>
          <p:nvPr>
            <p:ph idx="108" type="body" hasCustomPrompt="1"/>
          </p:nvPr>
        </p:nvSpPr>
        <p:spPr>
          <a:xfrm>
            <a:off x="4000500" y="3858768"/>
            <a:ext cx="4686300" cy="475488"/>
          </a:xfrm>
          <a:prstGeom prst="rect">
            <a:avLst/>
          </a:prstGeom>
          <a:noFill/>
          <a:ln/>
        </p:spPr>
        <p:txBody>
          <a:bodyPr wrap="square" lIns="0" tIns="0" rIns="0" bIns="0" rtlCol="0" anchor="t"/>
          <a:lstStyle/>
          <a:p>
            <a:pPr algn="l" indent="0" marL="0">
              <a:lnSpc>
                <a:spcPct val="102000"/>
              </a:lnSpc>
              <a:buNone/>
            </a:pPr>
            <a:r>
              <a:rPr lang="en-US" sz="1400" dirty="0">
                <a:solidFill>
                  <a:srgbClr val="4A5868"/>
                </a:solidFill>
                <a:latin typeface="Source Code Pro" pitchFamily="34" charset="0"/>
                <a:ea typeface="Source Code Pro" pitchFamily="34" charset="-122"/>
                <a:cs typeface="Source Code Pro" pitchFamily="34" charset="-120"/>
              </a:rPr>
              <a:t>FIG. 01 // Operator, network and robot arm. Concept illustration, not lab hardware</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body" hasCustomPrompt="1"/>
          </p:nvPr>
        </p:nvSpPr>
        <p:spPr>
          <a:xfrm>
            <a:off x="1207008" y="329184"/>
            <a:ext cx="3108960" cy="274320"/>
          </a:xfrm>
          <a:prstGeom prst="rect">
            <a:avLst/>
          </a:prstGeom>
          <a:noFill/>
          <a:ln/>
        </p:spPr>
        <p:txBody>
          <a:bodyPr wrap="square" lIns="0" tIns="0" rIns="0" bIns="0" rtlCol="0" anchor="ctr"/>
          <a:lstStyle/>
          <a:p>
            <a:pPr algn="l" indent="0" marL="0">
              <a:lnSpc>
                <a:spcPct val="97000"/>
              </a:lnSpc>
              <a:buNone/>
            </a:pPr>
            <a:r>
              <a:rPr lang="en-US" sz="1400" b="1" spc="250" kern="0" dirty="0">
                <a:solidFill>
                  <a:srgbClr val="8A6100"/>
                </a:solidFill>
                <a:latin typeface="Source Sans 3" pitchFamily="34" charset="0"/>
                <a:ea typeface="Source Sans 3" pitchFamily="34" charset="-122"/>
                <a:cs typeface="Source Sans 3" pitchFamily="34" charset="-120"/>
              </a:rPr>
              <a:t>OUTREACH</a:t>
            </a:r>
            <a:endParaRPr lang="en-US" sz="1400" dirty="0"/>
          </a:p>
        </p:txBody>
      </p:sp>
      <p:sp>
        <p:nvSpPr>
          <p:cNvPr id="3" name="Text 1"/>
          <p:cNvSpPr/>
          <p:nvPr>
            <p:ph idx="103" type="title" hasCustomPrompt="1"/>
          </p:nvPr>
        </p:nvSpPr>
        <p:spPr>
          <a:xfrm>
            <a:off x="1207008" y="566928"/>
            <a:ext cx="3108960" cy="932688"/>
          </a:xfrm>
          <a:prstGeom prst="rect">
            <a:avLst/>
          </a:prstGeom>
          <a:noFill/>
          <a:ln/>
        </p:spPr>
        <p:txBody>
          <a:bodyPr wrap="square" lIns="0" tIns="0" rIns="0" bIns="0" rtlCol="0" anchor="t"/>
          <a:lstStyle/>
          <a:p>
            <a:pPr algn="l" indent="0" marL="0">
              <a:lnSpc>
                <a:spcPct val="85000"/>
              </a:lnSpc>
              <a:buNone/>
            </a:pPr>
            <a:r>
              <a:rPr lang="en-US" sz="3200" b="1" dirty="0">
                <a:solidFill>
                  <a:srgbClr val="003976"/>
                </a:solidFill>
                <a:latin typeface="Source Sans 3" pitchFamily="34" charset="0"/>
                <a:ea typeface="Source Sans 3" pitchFamily="34" charset="-122"/>
                <a:cs typeface="Source Sans 3" pitchFamily="34" charset="-120"/>
              </a:rPr>
              <a:t>K-12 programs in the lab</a:t>
            </a:r>
            <a:endParaRPr lang="en-US" sz="3200" dirty="0"/>
          </a:p>
        </p:txBody>
      </p:sp>
      <p:sp>
        <p:nvSpPr>
          <p:cNvPr id="4" name="Text 1"/>
          <p:cNvSpPr/>
          <p:nvPr>
            <p:ph idx="104" type="body" hasCustomPrompt="1"/>
          </p:nvPr>
        </p:nvSpPr>
        <p:spPr>
          <a:xfrm>
            <a:off x="457200" y="1755648"/>
            <a:ext cx="3840480" cy="2029968"/>
          </a:xfrm>
          <a:prstGeom prst="rect">
            <a:avLst/>
          </a:prstGeom>
          <a:noFill/>
          <a:ln/>
        </p:spPr>
        <p:txBody>
          <a:bodyPr wrap="square" lIns="0" tIns="0" rIns="0" bIns="0" rtlCol="0" anchor="t"/>
          <a:lstStyle/>
          <a:p>
            <a:pPr algn="l" marL="203200" indent="-203200">
              <a:lnSpc>
                <a:spcPts val="2400"/>
              </a:lnSpc>
              <a:spcAft>
                <a:spcPts val="800"/>
              </a:spcAft>
              <a:buSzPct val="100000"/>
              <a:buChar char="▸"/>
            </a:pPr>
            <a:r>
              <a:rPr lang="en-US" sz="1800" dirty="0">
                <a:solidFill>
                  <a:srgbClr val="1B2533"/>
                </a:solidFill>
                <a:latin typeface="Source Sans 3" pitchFamily="34" charset="0"/>
                <a:ea typeface="Source Sans 3" pitchFamily="34" charset="-122"/>
                <a:cs typeface="Source Sans 3" pitchFamily="34" charset="-120"/>
              </a:rPr>
              <a:t>Summer internship for high school students</a:t>
            </a:r>
            <a:endParaRPr lang="en-US" sz="1800" dirty="0"/>
          </a:p>
          <a:p>
            <a:pPr algn="l" marL="203200" indent="-203200">
              <a:lnSpc>
                <a:spcPts val="2400"/>
              </a:lnSpc>
              <a:spcAft>
                <a:spcPts val="800"/>
              </a:spcAft>
              <a:buSzPct val="100000"/>
              <a:buChar char="▸"/>
            </a:pPr>
            <a:r>
              <a:rPr lang="en-US" sz="1800" dirty="0">
                <a:solidFill>
                  <a:srgbClr val="1B2533"/>
                </a:solidFill>
                <a:latin typeface="Source Sans 3" pitchFamily="34" charset="0"/>
                <a:ea typeface="Source Sans 3" pitchFamily="34" charset="-122"/>
                <a:cs typeface="Source Sans 3" pitchFamily="34" charset="-120"/>
              </a:rPr>
              <a:t>Summer workshop for middle school students</a:t>
            </a:r>
            <a:endParaRPr lang="en-US" sz="1800" dirty="0"/>
          </a:p>
          <a:p>
            <a:pPr algn="l" marL="203200" indent="-203200">
              <a:lnSpc>
                <a:spcPts val="2400"/>
              </a:lnSpc>
              <a:spcAft>
                <a:spcPts val="800"/>
              </a:spcAft>
              <a:buSzPct val="100000"/>
              <a:buChar char="▸"/>
            </a:pPr>
            <a:r>
              <a:rPr lang="en-US" sz="1800" dirty="0">
                <a:solidFill>
                  <a:srgbClr val="1B2533"/>
                </a:solidFill>
                <a:latin typeface="Source Sans 3" pitchFamily="34" charset="0"/>
                <a:ea typeface="Source Sans 3" pitchFamily="34" charset="-122"/>
                <a:cs typeface="Source Sans 3" pitchFamily="34" charset="-120"/>
              </a:rPr>
              <a:t>Hands-on Physical AI and robotics</a:t>
            </a:r>
            <a:endParaRPr lang="en-US" sz="1800" dirty="0"/>
          </a:p>
        </p:txBody>
      </p:sp>
      <p:pic>
        <p:nvPicPr>
          <p:cNvPr id="5" name="Image 0" descr="Concept illustration: three students build a small wheeled robot at a workbench with a laptop">    </p:cNvPr>
          <p:cNvPicPr>
            <a:picLocks noChangeAspect="1"/>
          </p:cNvPicPr>
          <p:nvPr>
            <p:ph idx="106" hasCustomPrompt="1"/>
          </p:nvPr>
        </p:nvPicPr>
        <p:blipFill>
          <a:blip r:embed="rId1"/>
          <a:stretch>
            <a:fillRect/>
          </a:stretch>
        </p:blipFill>
        <p:spPr>
          <a:xfrm>
            <a:off x="4572000" y="0"/>
            <a:ext cx="4572000" cy="4590288"/>
          </a:xfrm>
          <a:prstGeom prst="rect">
            <a:avLst/>
          </a:prstGeom>
        </p:spPr>
      </p:pic>
      <p:sp>
        <p:nvSpPr>
          <p:cNvPr id="6" name="Text 1"/>
          <p:cNvSpPr/>
          <p:nvPr>
            <p:ph idx="105" type="body" hasCustomPrompt="1"/>
          </p:nvPr>
        </p:nvSpPr>
        <p:spPr>
          <a:xfrm>
            <a:off x="457200" y="3840480"/>
            <a:ext cx="3840480" cy="475488"/>
          </a:xfrm>
          <a:prstGeom prst="rect">
            <a:avLst/>
          </a:prstGeom>
          <a:noFill/>
          <a:ln/>
        </p:spPr>
        <p:txBody>
          <a:bodyPr wrap="square" lIns="0" tIns="0" rIns="0" bIns="0" rtlCol="0" anchor="t"/>
          <a:lstStyle/>
          <a:p>
            <a:pPr algn="l" indent="0" marL="0">
              <a:lnSpc>
                <a:spcPct val="102000"/>
              </a:lnSpc>
              <a:buNone/>
            </a:pPr>
            <a:r>
              <a:rPr lang="en-US" sz="1400" dirty="0">
                <a:solidFill>
                  <a:srgbClr val="4A5868"/>
                </a:solidFill>
                <a:latin typeface="Source Code Pro" pitchFamily="34" charset="0"/>
                <a:ea typeface="Source Code Pro" pitchFamily="34" charset="-122"/>
                <a:cs typeface="Source Code Pro" pitchFamily="34" charset="-120"/>
              </a:rPr>
              <a:t>FIG. 02 // Concept illustration, not a lab photo.</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body" hasCustomPrompt="1"/>
          </p:nvPr>
        </p:nvSpPr>
        <p:spPr>
          <a:xfrm>
            <a:off x="1207008" y="329184"/>
            <a:ext cx="7479792" cy="274320"/>
          </a:xfrm>
          <a:prstGeom prst="rect">
            <a:avLst/>
          </a:prstGeom>
          <a:noFill/>
          <a:ln/>
        </p:spPr>
        <p:txBody>
          <a:bodyPr wrap="square" lIns="0" tIns="0" rIns="0" bIns="0" rtlCol="0" anchor="ctr"/>
          <a:lstStyle/>
          <a:p>
            <a:pPr algn="l" indent="0" marL="0">
              <a:lnSpc>
                <a:spcPct val="97000"/>
              </a:lnSpc>
              <a:buNone/>
            </a:pPr>
            <a:r>
              <a:rPr lang="en-US" sz="1400" b="1" spc="250" kern="0" dirty="0">
                <a:solidFill>
                  <a:srgbClr val="8A6100"/>
                </a:solidFill>
                <a:latin typeface="Source Sans 3" pitchFamily="34" charset="0"/>
                <a:ea typeface="Source Sans 3" pitchFamily="34" charset="-122"/>
                <a:cs typeface="Source Sans 3" pitchFamily="34" charset="-120"/>
              </a:rPr>
              <a:t>SECTION 01  ·  THE LAB</a:t>
            </a:r>
            <a:endParaRPr lang="en-US" sz="1400" dirty="0"/>
          </a:p>
        </p:txBody>
      </p:sp>
      <p:sp>
        <p:nvSpPr>
          <p:cNvPr id="3" name="Text 1"/>
          <p:cNvSpPr/>
          <p:nvPr>
            <p:ph idx="103" type="title" hasCustomPrompt="1"/>
          </p:nvPr>
        </p:nvSpPr>
        <p:spPr>
          <a:xfrm>
            <a:off x="1207008" y="566928"/>
            <a:ext cx="7479792" cy="475488"/>
          </a:xfrm>
          <a:prstGeom prst="rect">
            <a:avLst/>
          </a:prstGeom>
          <a:noFill/>
          <a:ln/>
        </p:spPr>
        <p:txBody>
          <a:bodyPr wrap="square" lIns="0" tIns="0" rIns="0" bIns="0" rtlCol="0" anchor="t"/>
          <a:lstStyle/>
          <a:p>
            <a:pPr algn="l" indent="0" marL="0">
              <a:lnSpc>
                <a:spcPct val="85000"/>
              </a:lnSpc>
              <a:buNone/>
            </a:pPr>
            <a:r>
              <a:rPr lang="en-US" sz="3200" b="1" dirty="0">
                <a:solidFill>
                  <a:srgbClr val="003976"/>
                </a:solidFill>
                <a:latin typeface="Source Sans 3" pitchFamily="34" charset="0"/>
                <a:ea typeface="Source Sans 3" pitchFamily="34" charset="-122"/>
                <a:cs typeface="Source Sans 3" pitchFamily="34" charset="-120"/>
              </a:rPr>
              <a:t>Three research threads</a:t>
            </a:r>
            <a:endParaRPr lang="en-US" sz="3200" dirty="0"/>
          </a:p>
        </p:txBody>
      </p:sp>
      <p:pic>
        <p:nvPicPr>
          <p:cNvPr id="4" name="Image 0" descr="Telepresence robot icon">    </p:cNvPr>
          <p:cNvPicPr>
            <a:picLocks noChangeAspect="1"/>
          </p:cNvPicPr>
          <p:nvPr>
            <p:ph idx="105" hasCustomPrompt="1"/>
          </p:nvPr>
        </p:nvPicPr>
        <p:blipFill>
          <a:blip r:embed="rId1"/>
          <a:stretch>
            <a:fillRect/>
          </a:stretch>
        </p:blipFill>
        <p:spPr>
          <a:xfrm>
            <a:off x="694944" y="1536192"/>
            <a:ext cx="749808" cy="749808"/>
          </a:xfrm>
          <a:prstGeom prst="rect">
            <a:avLst/>
          </a:prstGeom>
        </p:spPr>
      </p:pic>
      <p:sp>
        <p:nvSpPr>
          <p:cNvPr id="5" name="Text 2"/>
          <p:cNvSpPr/>
          <p:nvPr>
            <p:ph idx="106" type="body" hasCustomPrompt="1"/>
          </p:nvPr>
        </p:nvSpPr>
        <p:spPr>
          <a:xfrm>
            <a:off x="694944" y="2395728"/>
            <a:ext cx="2084832" cy="658368"/>
          </a:xfrm>
          <a:prstGeom prst="rect">
            <a:avLst/>
          </a:prstGeom>
          <a:noFill/>
          <a:ln/>
        </p:spPr>
        <p:txBody>
          <a:bodyPr wrap="square" lIns="0" tIns="0" rIns="0" bIns="0" rtlCol="0" anchor="t"/>
          <a:lstStyle/>
          <a:p>
            <a:pPr algn="l" indent="0" marL="0">
              <a:lnSpc>
                <a:spcPct val="94000"/>
              </a:lnSpc>
              <a:buNone/>
            </a:pPr>
            <a:r>
              <a:rPr lang="en-US" sz="2000" b="1" dirty="0">
                <a:solidFill>
                  <a:srgbClr val="003976"/>
                </a:solidFill>
                <a:latin typeface="Source Sans 3" pitchFamily="34" charset="0"/>
                <a:ea typeface="Source Sans 3" pitchFamily="34" charset="-122"/>
                <a:cs typeface="Source Sans 3" pitchFamily="34" charset="-120"/>
              </a:rPr>
              <a:t>Telepresence robotics</a:t>
            </a:r>
            <a:endParaRPr lang="en-US" sz="2000" dirty="0"/>
          </a:p>
        </p:txBody>
      </p:sp>
      <p:sp>
        <p:nvSpPr>
          <p:cNvPr id="6" name="Text 2"/>
          <p:cNvSpPr/>
          <p:nvPr>
            <p:ph idx="107" type="body" hasCustomPrompt="1"/>
          </p:nvPr>
        </p:nvSpPr>
        <p:spPr>
          <a:xfrm>
            <a:off x="694944" y="3108960"/>
            <a:ext cx="2084832" cy="969264"/>
          </a:xfrm>
          <a:prstGeom prst="rect">
            <a:avLst/>
          </a:prstGeom>
          <a:noFill/>
          <a:ln/>
        </p:spPr>
        <p:txBody>
          <a:bodyPr wrap="square" lIns="0" tIns="0" rIns="0" bIns="0" rtlCol="0" anchor="t"/>
          <a:lstStyle/>
          <a:p>
            <a:pPr algn="l" indent="0" marL="0">
              <a:lnSpc>
                <a:spcPct val="101000"/>
              </a:lnSpc>
              <a:buNone/>
            </a:pPr>
            <a:r>
              <a:rPr lang="en-US" sz="1800" dirty="0">
                <a:solidFill>
                  <a:srgbClr val="1B2533"/>
                </a:solidFill>
                <a:latin typeface="Source Sans 3" pitchFamily="34" charset="0"/>
                <a:ea typeface="Source Sans 3" pitchFamily="34" charset="-122"/>
                <a:cs typeface="Source Sans 3" pitchFamily="34" charset="-120"/>
              </a:rPr>
              <a:t>Robots that carry your presence into a distant space.</a:t>
            </a:r>
            <a:endParaRPr lang="en-US" sz="1800" dirty="0"/>
          </a:p>
        </p:txBody>
      </p:sp>
      <p:pic>
        <p:nvPicPr>
          <p:cNvPr id="7" name="Image 1" descr="VR headset icon">    </p:cNvPr>
          <p:cNvPicPr>
            <a:picLocks noChangeAspect="1"/>
          </p:cNvPicPr>
          <p:nvPr>
            <p:ph idx="109" hasCustomPrompt="1"/>
          </p:nvPr>
        </p:nvPicPr>
        <p:blipFill>
          <a:blip r:embed="rId2"/>
          <a:stretch>
            <a:fillRect/>
          </a:stretch>
        </p:blipFill>
        <p:spPr>
          <a:xfrm>
            <a:off x="3529584" y="1536192"/>
            <a:ext cx="749808" cy="749808"/>
          </a:xfrm>
          <a:prstGeom prst="rect">
            <a:avLst/>
          </a:prstGeom>
        </p:spPr>
      </p:pic>
      <p:sp>
        <p:nvSpPr>
          <p:cNvPr id="8" name="Text 3"/>
          <p:cNvSpPr/>
          <p:nvPr>
            <p:ph idx="110" type="body" hasCustomPrompt="1"/>
          </p:nvPr>
        </p:nvSpPr>
        <p:spPr>
          <a:xfrm>
            <a:off x="3529584" y="2395728"/>
            <a:ext cx="2084832" cy="658368"/>
          </a:xfrm>
          <a:prstGeom prst="rect">
            <a:avLst/>
          </a:prstGeom>
          <a:noFill/>
          <a:ln/>
        </p:spPr>
        <p:txBody>
          <a:bodyPr wrap="square" lIns="0" tIns="0" rIns="0" bIns="0" rtlCol="0" anchor="t"/>
          <a:lstStyle/>
          <a:p>
            <a:pPr algn="l" indent="0" marL="0">
              <a:lnSpc>
                <a:spcPct val="94000"/>
              </a:lnSpc>
              <a:buNone/>
            </a:pPr>
            <a:r>
              <a:rPr lang="en-US" sz="2000" b="1" dirty="0">
                <a:solidFill>
                  <a:srgbClr val="003976"/>
                </a:solidFill>
                <a:latin typeface="Source Sans 3" pitchFamily="34" charset="0"/>
                <a:ea typeface="Source Sans 3" pitchFamily="34" charset="-122"/>
                <a:cs typeface="Source Sans 3" pitchFamily="34" charset="-120"/>
              </a:rPr>
              <a:t>Tele-embodiment</a:t>
            </a:r>
            <a:endParaRPr lang="en-US" sz="2000" dirty="0"/>
          </a:p>
        </p:txBody>
      </p:sp>
      <p:sp>
        <p:nvSpPr>
          <p:cNvPr id="9" name="Text 3"/>
          <p:cNvSpPr/>
          <p:nvPr>
            <p:ph idx="111" type="body" hasCustomPrompt="1"/>
          </p:nvPr>
        </p:nvSpPr>
        <p:spPr>
          <a:xfrm>
            <a:off x="3529584" y="3108960"/>
            <a:ext cx="2084832" cy="969264"/>
          </a:xfrm>
          <a:prstGeom prst="rect">
            <a:avLst/>
          </a:prstGeom>
          <a:noFill/>
          <a:ln/>
        </p:spPr>
        <p:txBody>
          <a:bodyPr wrap="square" lIns="0" tIns="0" rIns="0" bIns="0" rtlCol="0" anchor="t"/>
          <a:lstStyle/>
          <a:p>
            <a:pPr algn="l" indent="0" marL="0">
              <a:lnSpc>
                <a:spcPct val="101000"/>
              </a:lnSpc>
              <a:buNone/>
            </a:pPr>
            <a:r>
              <a:rPr lang="en-US" sz="1800" dirty="0">
                <a:solidFill>
                  <a:srgbClr val="1B2533"/>
                </a:solidFill>
                <a:latin typeface="Source Sans 3" pitchFamily="34" charset="0"/>
                <a:ea typeface="Source Sans 3" pitchFamily="34" charset="-122"/>
                <a:cs typeface="Source Sans 3" pitchFamily="34" charset="-120"/>
              </a:rPr>
              <a:t>Interfaces that make a distant body your own.</a:t>
            </a:r>
            <a:endParaRPr lang="en-US" sz="1800" dirty="0"/>
          </a:p>
        </p:txBody>
      </p:sp>
      <p:pic>
        <p:nvPicPr>
          <p:cNvPr id="10" name="Image 2" descr="Neural network icon">    </p:cNvPr>
          <p:cNvPicPr>
            <a:picLocks noChangeAspect="1"/>
          </p:cNvPicPr>
          <p:nvPr>
            <p:ph idx="113" hasCustomPrompt="1"/>
          </p:nvPr>
        </p:nvPicPr>
        <p:blipFill>
          <a:blip r:embed="rId3"/>
          <a:stretch>
            <a:fillRect/>
          </a:stretch>
        </p:blipFill>
        <p:spPr>
          <a:xfrm>
            <a:off x="6364224" y="1536192"/>
            <a:ext cx="749808" cy="749808"/>
          </a:xfrm>
          <a:prstGeom prst="rect">
            <a:avLst/>
          </a:prstGeom>
        </p:spPr>
      </p:pic>
      <p:sp>
        <p:nvSpPr>
          <p:cNvPr id="11" name="Text 4"/>
          <p:cNvSpPr/>
          <p:nvPr>
            <p:ph idx="114" type="body" hasCustomPrompt="1"/>
          </p:nvPr>
        </p:nvSpPr>
        <p:spPr>
          <a:xfrm>
            <a:off x="6364224" y="2395728"/>
            <a:ext cx="2084832" cy="658368"/>
          </a:xfrm>
          <a:prstGeom prst="rect">
            <a:avLst/>
          </a:prstGeom>
          <a:noFill/>
          <a:ln/>
        </p:spPr>
        <p:txBody>
          <a:bodyPr wrap="square" lIns="0" tIns="0" rIns="0" bIns="0" rtlCol="0" anchor="t"/>
          <a:lstStyle/>
          <a:p>
            <a:pPr algn="l" indent="0" marL="0">
              <a:lnSpc>
                <a:spcPct val="94000"/>
              </a:lnSpc>
              <a:buNone/>
            </a:pPr>
            <a:r>
              <a:rPr lang="en-US" sz="2000" b="1" dirty="0">
                <a:solidFill>
                  <a:srgbClr val="003976"/>
                </a:solidFill>
                <a:latin typeface="Source Sans 3" pitchFamily="34" charset="0"/>
                <a:ea typeface="Source Sans 3" pitchFamily="34" charset="-122"/>
                <a:cs typeface="Source Sans 3" pitchFamily="34" charset="-120"/>
              </a:rPr>
              <a:t>Autonomy and Physical AI</a:t>
            </a:r>
            <a:endParaRPr lang="en-US" sz="2000" dirty="0"/>
          </a:p>
        </p:txBody>
      </p:sp>
      <p:sp>
        <p:nvSpPr>
          <p:cNvPr id="12" name="Text 4"/>
          <p:cNvSpPr/>
          <p:nvPr>
            <p:ph idx="115" type="body" hasCustomPrompt="1"/>
          </p:nvPr>
        </p:nvSpPr>
        <p:spPr>
          <a:xfrm>
            <a:off x="6364224" y="3108960"/>
            <a:ext cx="2084832" cy="969264"/>
          </a:xfrm>
          <a:prstGeom prst="rect">
            <a:avLst/>
          </a:prstGeom>
          <a:noFill/>
          <a:ln/>
        </p:spPr>
        <p:txBody>
          <a:bodyPr wrap="square" lIns="0" tIns="0" rIns="0" bIns="0" rtlCol="0" anchor="t"/>
          <a:lstStyle/>
          <a:p>
            <a:pPr algn="l" indent="0" marL="0">
              <a:lnSpc>
                <a:spcPct val="101000"/>
              </a:lnSpc>
              <a:buNone/>
            </a:pPr>
            <a:r>
              <a:rPr lang="en-US" sz="1800" dirty="0">
                <a:solidFill>
                  <a:srgbClr val="1B2533"/>
                </a:solidFill>
                <a:latin typeface="Source Sans 3" pitchFamily="34" charset="0"/>
                <a:ea typeface="Source Sans 3" pitchFamily="34" charset="-122"/>
                <a:cs typeface="Source Sans 3" pitchFamily="34" charset="-120"/>
              </a:rPr>
              <a:t>Shared autonomy that keeps people in the loop.</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body" hasCustomPrompt="1"/>
          </p:nvPr>
        </p:nvSpPr>
        <p:spPr>
          <a:xfrm>
            <a:off x="457200" y="548640"/>
            <a:ext cx="6400800" cy="274320"/>
          </a:xfrm>
          <a:prstGeom prst="rect">
            <a:avLst/>
          </a:prstGeom>
          <a:noFill/>
          <a:ln/>
        </p:spPr>
        <p:txBody>
          <a:bodyPr wrap="square" lIns="0" tIns="0" rIns="0" bIns="0" rtlCol="0" anchor="ctr"/>
          <a:lstStyle/>
          <a:p>
            <a:pPr algn="l" indent="0" marL="0">
              <a:lnSpc>
                <a:spcPct val="97000"/>
              </a:lnSpc>
              <a:buNone/>
            </a:pPr>
            <a:r>
              <a:rPr lang="en-US" sz="1400" b="1" spc="250" kern="0" dirty="0">
                <a:solidFill>
                  <a:srgbClr val="EFAB00"/>
                </a:solidFill>
                <a:latin typeface="Source Sans 3" pitchFamily="34" charset="0"/>
                <a:ea typeface="Source Sans 3" pitchFamily="34" charset="-122"/>
                <a:cs typeface="Source Sans 3" pitchFamily="34" charset="-120"/>
              </a:rPr>
              <a:t>KEY TAKEAWAY</a:t>
            </a:r>
            <a:endParaRPr lang="en-US" sz="1400" dirty="0"/>
          </a:p>
        </p:txBody>
      </p:sp>
      <p:sp>
        <p:nvSpPr>
          <p:cNvPr id="3" name="Text 0"/>
          <p:cNvSpPr/>
          <p:nvPr>
            <p:ph idx="102" type="title" hasCustomPrompt="1"/>
          </p:nvPr>
        </p:nvSpPr>
        <p:spPr>
          <a:xfrm>
            <a:off x="457200" y="1188720"/>
            <a:ext cx="6858000" cy="2011680"/>
          </a:xfrm>
          <a:prstGeom prst="rect">
            <a:avLst/>
          </a:prstGeom>
          <a:noFill/>
          <a:ln/>
        </p:spPr>
        <p:txBody>
          <a:bodyPr wrap="square" lIns="0" tIns="0" rIns="0" bIns="0" rtlCol="0" anchor="t"/>
          <a:lstStyle/>
          <a:p>
            <a:pPr algn="l" indent="0" marL="0">
              <a:lnSpc>
                <a:spcPct val="87000"/>
              </a:lnSpc>
              <a:buNone/>
            </a:pPr>
            <a:r>
              <a:rPr lang="en-US" sz="4000" b="1" dirty="0">
                <a:solidFill>
                  <a:srgbClr val="FFFFFF"/>
                </a:solidFill>
                <a:latin typeface="Source Sans 3" pitchFamily="34" charset="0"/>
                <a:ea typeface="Source Sans 3" pitchFamily="34" charset="-122"/>
                <a:cs typeface="Source Sans 3" pitchFamily="34" charset="-120"/>
              </a:rPr>
              <a:t>Carry your presence into a distant space, with a person always in the loop.</a:t>
            </a:r>
            <a:endParaRPr lang="en-US" sz="4000" dirty="0"/>
          </a:p>
        </p:txBody>
      </p:sp>
      <p:sp>
        <p:nvSpPr>
          <p:cNvPr id="4" name="Text 0"/>
          <p:cNvSpPr/>
          <p:nvPr>
            <p:ph idx="103" type="body" hasCustomPrompt="1"/>
          </p:nvPr>
        </p:nvSpPr>
        <p:spPr>
          <a:xfrm>
            <a:off x="457200" y="3383280"/>
            <a:ext cx="6400800" cy="329184"/>
          </a:xfrm>
          <a:prstGeom prst="rect">
            <a:avLst/>
          </a:prstGeom>
          <a:noFill/>
          <a:ln/>
        </p:spPr>
        <p:txBody>
          <a:bodyPr wrap="square" lIns="0" tIns="0" rIns="0" bIns="0" rtlCol="0" anchor="t"/>
          <a:lstStyle/>
          <a:p>
            <a:pPr algn="l" indent="0" marL="0">
              <a:lnSpc>
                <a:spcPct val="101000"/>
              </a:lnSpc>
              <a:buNone/>
            </a:pPr>
            <a:r>
              <a:rPr lang="en-US" sz="1800" dirty="0">
                <a:solidFill>
                  <a:srgbClr val="FFFFFF"/>
                </a:solidFill>
                <a:latin typeface="Source Sans 3" pitchFamily="34" charset="0"/>
                <a:ea typeface="Source Sans 3" pitchFamily="34" charset="-122"/>
                <a:cs typeface="Source Sans 3" pitchFamily="34" charset="-120"/>
              </a:rPr>
              <a:t>[Speaker or source], [year]</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body" hasCustomPrompt="1"/>
          </p:nvPr>
        </p:nvSpPr>
        <p:spPr>
          <a:xfrm>
            <a:off x="1207008" y="329184"/>
            <a:ext cx="7479792" cy="274320"/>
          </a:xfrm>
          <a:prstGeom prst="rect">
            <a:avLst/>
          </a:prstGeom>
          <a:noFill/>
          <a:ln/>
        </p:spPr>
        <p:txBody>
          <a:bodyPr wrap="square" lIns="0" tIns="0" rIns="0" bIns="0" rtlCol="0" anchor="ctr"/>
          <a:lstStyle/>
          <a:p>
            <a:pPr algn="l" indent="0" marL="0">
              <a:lnSpc>
                <a:spcPct val="97000"/>
              </a:lnSpc>
              <a:buNone/>
            </a:pPr>
            <a:r>
              <a:rPr lang="en-US" sz="1400" b="1" spc="250" kern="0" dirty="0">
                <a:solidFill>
                  <a:srgbClr val="8A6100"/>
                </a:solidFill>
                <a:latin typeface="Source Sans 3" pitchFamily="34" charset="0"/>
                <a:ea typeface="Source Sans 3" pitchFamily="34" charset="-122"/>
                <a:cs typeface="Source Sans 3" pitchFamily="34" charset="-120"/>
              </a:rPr>
              <a:t>SECTION 04  ·  RESULTS</a:t>
            </a:r>
            <a:endParaRPr lang="en-US" sz="1400" dirty="0"/>
          </a:p>
        </p:txBody>
      </p:sp>
      <p:sp>
        <p:nvSpPr>
          <p:cNvPr id="3" name="Text 1"/>
          <p:cNvSpPr/>
          <p:nvPr>
            <p:ph idx="103" type="title" hasCustomPrompt="1"/>
          </p:nvPr>
        </p:nvSpPr>
        <p:spPr>
          <a:xfrm>
            <a:off x="1207008" y="566928"/>
            <a:ext cx="7479792" cy="475488"/>
          </a:xfrm>
          <a:prstGeom prst="rect">
            <a:avLst/>
          </a:prstGeom>
          <a:noFill/>
          <a:ln/>
        </p:spPr>
        <p:txBody>
          <a:bodyPr wrap="square" lIns="0" tIns="0" rIns="0" bIns="0" rtlCol="0" anchor="t"/>
          <a:lstStyle/>
          <a:p>
            <a:pPr algn="l" indent="0" marL="0">
              <a:lnSpc>
                <a:spcPct val="85000"/>
              </a:lnSpc>
              <a:buNone/>
            </a:pPr>
            <a:r>
              <a:rPr lang="en-US" sz="3200" b="1" dirty="0">
                <a:solidFill>
                  <a:srgbClr val="003976"/>
                </a:solidFill>
                <a:latin typeface="Source Sans 3" pitchFamily="34" charset="0"/>
                <a:ea typeface="Source Sans 3" pitchFamily="34" charset="-122"/>
                <a:cs typeface="Source Sans 3" pitchFamily="34" charset="-120"/>
              </a:rPr>
              <a:t>Results at a glance</a:t>
            </a:r>
            <a:endParaRPr lang="en-US" sz="3200" dirty="0"/>
          </a:p>
        </p:txBody>
      </p:sp>
      <p:sp>
        <p:nvSpPr>
          <p:cNvPr id="4" name="Text 2"/>
          <p:cNvSpPr/>
          <p:nvPr>
            <p:ph idx="105" type="body" hasCustomPrompt="1"/>
          </p:nvPr>
        </p:nvSpPr>
        <p:spPr>
          <a:xfrm>
            <a:off x="694944" y="1536192"/>
            <a:ext cx="2084832" cy="274320"/>
          </a:xfrm>
          <a:prstGeom prst="rect">
            <a:avLst/>
          </a:prstGeom>
          <a:noFill/>
          <a:ln/>
        </p:spPr>
        <p:txBody>
          <a:bodyPr wrap="square" lIns="0" tIns="0" rIns="0" bIns="0" rtlCol="0" anchor="ctr"/>
          <a:lstStyle/>
          <a:p>
            <a:pPr algn="l" indent="0" marL="0">
              <a:lnSpc>
                <a:spcPts val="1800"/>
              </a:lnSpc>
              <a:buNone/>
            </a:pPr>
            <a:r>
              <a:rPr lang="en-US" sz="1400" b="1" spc="250" kern="0" dirty="0">
                <a:solidFill>
                  <a:srgbClr val="8A6100"/>
                </a:solidFill>
                <a:latin typeface="Source Sans 3" pitchFamily="34" charset="0"/>
                <a:ea typeface="Source Sans 3" pitchFamily="34" charset="-122"/>
                <a:cs typeface="Source Sans 3" pitchFamily="34" charset="-120"/>
              </a:rPr>
              <a:t>TASK TIME</a:t>
            </a:r>
            <a:endParaRPr lang="en-US" sz="1400" dirty="0"/>
          </a:p>
        </p:txBody>
      </p:sp>
      <p:sp>
        <p:nvSpPr>
          <p:cNvPr id="5" name="Text 2"/>
          <p:cNvSpPr txBox="1"/>
          <p:nvPr>
            <p:ph idx="106" type="body" hasCustomPrompt="1"/>
          </p:nvPr>
        </p:nvSpPr>
        <p:spPr>
          <a:xfrm>
            <a:off x="694944" y="1938528"/>
            <a:ext cx="2084832" cy="960120"/>
          </a:xfrm>
          <a:prstGeom prst="rect">
            <a:avLst/>
          </a:prstGeom>
          <a:noFill/>
          <a:ln/>
        </p:spPr>
        <p:txBody>
          <a:bodyPr wrap="square" lIns="0" tIns="0" rIns="0" bIns="0" rtlCol="0" anchor="ctr"/>
          <a:lstStyle/>
          <a:p>
            <a:pPr algn="l" indent="0" marL="0">
              <a:lnSpc>
                <a:spcPts val="5600"/>
              </a:lnSpc>
              <a:buNone/>
            </a:pPr>
            <a:r>
              <a:rPr lang="en-US" sz="5200" dirty="0">
                <a:solidFill>
                  <a:srgbClr val="4A5868"/>
                </a:solidFill>
                <a:latin typeface="Roboto Slab" pitchFamily="34" charset="0"/>
                <a:ea typeface="Roboto Slab" pitchFamily="34" charset="-122"/>
                <a:cs typeface="Roboto Slab" pitchFamily="34" charset="-120"/>
              </a:rPr>
              <a:t>[</a:t>
            </a:r>
            <a:pPr algn="l" indent="0" marL="0">
              <a:lnSpc>
                <a:spcPts val="5600"/>
              </a:lnSpc>
              <a:buNone/>
            </a:pPr>
            <a:r>
              <a:rPr lang="en-US" sz="5200" dirty="0">
                <a:solidFill>
                  <a:srgbClr val="003976"/>
                </a:solidFill>
                <a:latin typeface="Roboto Slab" pitchFamily="34" charset="0"/>
                <a:ea typeface="Roboto Slab" pitchFamily="34" charset="-122"/>
                <a:cs typeface="Roboto Slab" pitchFamily="34" charset="-120"/>
              </a:rPr>
              <a:t>44%</a:t>
            </a:r>
            <a:pPr algn="l" indent="0" marL="0">
              <a:lnSpc>
                <a:spcPts val="5600"/>
              </a:lnSpc>
              <a:buNone/>
            </a:pPr>
            <a:r>
              <a:rPr lang="en-US" sz="5200" dirty="0">
                <a:solidFill>
                  <a:srgbClr val="4A5868"/>
                </a:solidFill>
                <a:latin typeface="Roboto Slab" pitchFamily="34" charset="0"/>
                <a:ea typeface="Roboto Slab" pitchFamily="34" charset="-122"/>
                <a:cs typeface="Roboto Slab" pitchFamily="34" charset="-120"/>
              </a:rPr>
              <a:t>]</a:t>
            </a:r>
            <a:endParaRPr lang="en-US" sz="5200" dirty="0"/>
          </a:p>
        </p:txBody>
      </p:sp>
      <p:sp>
        <p:nvSpPr>
          <p:cNvPr id="6" name="Text 2"/>
          <p:cNvSpPr/>
          <p:nvPr>
            <p:ph idx="107" type="body" hasCustomPrompt="1"/>
          </p:nvPr>
        </p:nvSpPr>
        <p:spPr>
          <a:xfrm>
            <a:off x="694944" y="3035808"/>
            <a:ext cx="2084832" cy="1042416"/>
          </a:xfrm>
          <a:prstGeom prst="rect">
            <a:avLst/>
          </a:prstGeom>
          <a:noFill/>
          <a:ln/>
        </p:spPr>
        <p:txBody>
          <a:bodyPr wrap="square" lIns="0" tIns="0" rIns="0" bIns="0" rtlCol="0" anchor="t"/>
          <a:lstStyle/>
          <a:p>
            <a:pPr algn="l" indent="0" marL="0">
              <a:lnSpc>
                <a:spcPct val="101000"/>
              </a:lnSpc>
              <a:buNone/>
            </a:pPr>
            <a:r>
              <a:rPr lang="en-US" sz="1800" dirty="0">
                <a:solidFill>
                  <a:srgbClr val="1B2533"/>
                </a:solidFill>
                <a:latin typeface="Source Sans 3" pitchFamily="34" charset="0"/>
                <a:ea typeface="Source Sans 3" pitchFamily="34" charset="-122"/>
                <a:cs typeface="Source Sans 3" pitchFamily="34" charset="-120"/>
              </a:rPr>
              <a:t>less task time with gestures than keyboard and mouse</a:t>
            </a:r>
            <a:endParaRPr lang="en-US" sz="1800" dirty="0"/>
          </a:p>
        </p:txBody>
      </p:sp>
      <p:sp>
        <p:nvSpPr>
          <p:cNvPr id="7" name="Text 3"/>
          <p:cNvSpPr/>
          <p:nvPr>
            <p:ph idx="109" type="body" hasCustomPrompt="1"/>
          </p:nvPr>
        </p:nvSpPr>
        <p:spPr>
          <a:xfrm>
            <a:off x="3529584" y="1536192"/>
            <a:ext cx="2084832" cy="274320"/>
          </a:xfrm>
          <a:prstGeom prst="rect">
            <a:avLst/>
          </a:prstGeom>
          <a:noFill/>
          <a:ln/>
        </p:spPr>
        <p:txBody>
          <a:bodyPr wrap="square" lIns="0" tIns="0" rIns="0" bIns="0" rtlCol="0" anchor="ctr"/>
          <a:lstStyle/>
          <a:p>
            <a:pPr algn="l" indent="0" marL="0">
              <a:lnSpc>
                <a:spcPts val="1800"/>
              </a:lnSpc>
              <a:buNone/>
            </a:pPr>
            <a:r>
              <a:rPr lang="en-US" sz="1400" b="1" spc="250" kern="0" dirty="0">
                <a:solidFill>
                  <a:srgbClr val="8A6100"/>
                </a:solidFill>
                <a:latin typeface="Source Sans 3" pitchFamily="34" charset="0"/>
                <a:ea typeface="Source Sans 3" pitchFamily="34" charset="-122"/>
                <a:cs typeface="Source Sans 3" pitchFamily="34" charset="-120"/>
              </a:rPr>
              <a:t>PARTICIPANTS</a:t>
            </a:r>
            <a:endParaRPr lang="en-US" sz="1400" dirty="0"/>
          </a:p>
        </p:txBody>
      </p:sp>
      <p:sp>
        <p:nvSpPr>
          <p:cNvPr id="8" name="Text 3"/>
          <p:cNvSpPr txBox="1"/>
          <p:nvPr>
            <p:ph idx="110" type="body" hasCustomPrompt="1"/>
          </p:nvPr>
        </p:nvSpPr>
        <p:spPr>
          <a:xfrm>
            <a:off x="3529584" y="1938528"/>
            <a:ext cx="2084832" cy="960120"/>
          </a:xfrm>
          <a:prstGeom prst="rect">
            <a:avLst/>
          </a:prstGeom>
          <a:noFill/>
          <a:ln/>
        </p:spPr>
        <p:txBody>
          <a:bodyPr wrap="square" lIns="0" tIns="0" rIns="0" bIns="0" rtlCol="0" anchor="ctr"/>
          <a:lstStyle/>
          <a:p>
            <a:pPr algn="l" indent="0" marL="0">
              <a:lnSpc>
                <a:spcPts val="5600"/>
              </a:lnSpc>
              <a:buNone/>
            </a:pPr>
            <a:r>
              <a:rPr lang="en-US" sz="5200" dirty="0">
                <a:solidFill>
                  <a:srgbClr val="4A5868"/>
                </a:solidFill>
                <a:latin typeface="Roboto Slab" pitchFamily="34" charset="0"/>
                <a:ea typeface="Roboto Slab" pitchFamily="34" charset="-122"/>
                <a:cs typeface="Roboto Slab" pitchFamily="34" charset="-120"/>
              </a:rPr>
              <a:t>[</a:t>
            </a:r>
            <a:pPr algn="l" indent="0" marL="0">
              <a:lnSpc>
                <a:spcPts val="5600"/>
              </a:lnSpc>
              <a:buNone/>
            </a:pPr>
            <a:r>
              <a:rPr lang="en-US" sz="5200" dirty="0">
                <a:solidFill>
                  <a:srgbClr val="003976"/>
                </a:solidFill>
                <a:latin typeface="Roboto Slab" pitchFamily="34" charset="0"/>
                <a:ea typeface="Roboto Slab" pitchFamily="34" charset="-122"/>
                <a:cs typeface="Roboto Slab" pitchFamily="34" charset="-120"/>
              </a:rPr>
              <a:t>24</a:t>
            </a:r>
            <a:pPr algn="l" indent="0" marL="0">
              <a:lnSpc>
                <a:spcPts val="5600"/>
              </a:lnSpc>
              <a:buNone/>
            </a:pPr>
            <a:r>
              <a:rPr lang="en-US" sz="5200" dirty="0">
                <a:solidFill>
                  <a:srgbClr val="4A5868"/>
                </a:solidFill>
                <a:latin typeface="Roboto Slab" pitchFamily="34" charset="0"/>
                <a:ea typeface="Roboto Slab" pitchFamily="34" charset="-122"/>
                <a:cs typeface="Roboto Slab" pitchFamily="34" charset="-120"/>
              </a:rPr>
              <a:t>]</a:t>
            </a:r>
            <a:endParaRPr lang="en-US" sz="5200" dirty="0"/>
          </a:p>
        </p:txBody>
      </p:sp>
      <p:sp>
        <p:nvSpPr>
          <p:cNvPr id="9" name="Text 3"/>
          <p:cNvSpPr/>
          <p:nvPr>
            <p:ph idx="111" type="body" hasCustomPrompt="1"/>
          </p:nvPr>
        </p:nvSpPr>
        <p:spPr>
          <a:xfrm>
            <a:off x="3529584" y="3035808"/>
            <a:ext cx="2084832" cy="1042416"/>
          </a:xfrm>
          <a:prstGeom prst="rect">
            <a:avLst/>
          </a:prstGeom>
          <a:noFill/>
          <a:ln/>
        </p:spPr>
        <p:txBody>
          <a:bodyPr wrap="square" lIns="0" tIns="0" rIns="0" bIns="0" rtlCol="0" anchor="t"/>
          <a:lstStyle/>
          <a:p>
            <a:pPr algn="l" indent="0" marL="0">
              <a:lnSpc>
                <a:spcPct val="101000"/>
              </a:lnSpc>
              <a:buNone/>
            </a:pPr>
            <a:r>
              <a:rPr lang="en-US" sz="1800" dirty="0">
                <a:solidFill>
                  <a:srgbClr val="1B2533"/>
                </a:solidFill>
                <a:latin typeface="Source Sans 3" pitchFamily="34" charset="0"/>
                <a:ea typeface="Source Sans 3" pitchFamily="34" charset="-122"/>
                <a:cs typeface="Source Sans 3" pitchFamily="34" charset="-120"/>
              </a:rPr>
              <a:t>within-subjects study, four tasks per interface</a:t>
            </a:r>
            <a:endParaRPr lang="en-US" sz="1800" dirty="0"/>
          </a:p>
        </p:txBody>
      </p:sp>
      <p:sp>
        <p:nvSpPr>
          <p:cNvPr id="10" name="Text 4"/>
          <p:cNvSpPr/>
          <p:nvPr>
            <p:ph idx="113" type="body" hasCustomPrompt="1"/>
          </p:nvPr>
        </p:nvSpPr>
        <p:spPr>
          <a:xfrm>
            <a:off x="6364224" y="1536192"/>
            <a:ext cx="2084832" cy="274320"/>
          </a:xfrm>
          <a:prstGeom prst="rect">
            <a:avLst/>
          </a:prstGeom>
          <a:noFill/>
          <a:ln/>
        </p:spPr>
        <p:txBody>
          <a:bodyPr wrap="square" lIns="0" tIns="0" rIns="0" bIns="0" rtlCol="0" anchor="ctr"/>
          <a:lstStyle/>
          <a:p>
            <a:pPr algn="l" indent="0" marL="0">
              <a:lnSpc>
                <a:spcPts val="1800"/>
              </a:lnSpc>
              <a:buNone/>
            </a:pPr>
            <a:r>
              <a:rPr lang="en-US" sz="1400" b="1" spc="250" kern="0" dirty="0">
                <a:solidFill>
                  <a:srgbClr val="8A6100"/>
                </a:solidFill>
                <a:latin typeface="Source Sans 3" pitchFamily="34" charset="0"/>
                <a:ea typeface="Source Sans 3" pitchFamily="34" charset="-122"/>
                <a:cs typeface="Source Sans 3" pitchFamily="34" charset="-120"/>
              </a:rPr>
              <a:t>LATENCY</a:t>
            </a:r>
            <a:endParaRPr lang="en-US" sz="1400" dirty="0"/>
          </a:p>
        </p:txBody>
      </p:sp>
      <p:sp>
        <p:nvSpPr>
          <p:cNvPr id="11" name="Text 4"/>
          <p:cNvSpPr txBox="1"/>
          <p:nvPr>
            <p:ph idx="114" type="body" hasCustomPrompt="1"/>
          </p:nvPr>
        </p:nvSpPr>
        <p:spPr>
          <a:xfrm>
            <a:off x="6364224" y="1938528"/>
            <a:ext cx="2084832" cy="960120"/>
          </a:xfrm>
          <a:prstGeom prst="rect">
            <a:avLst/>
          </a:prstGeom>
          <a:noFill/>
          <a:ln/>
        </p:spPr>
        <p:txBody>
          <a:bodyPr wrap="square" lIns="0" tIns="0" rIns="0" bIns="0" rtlCol="0" anchor="ctr"/>
          <a:lstStyle/>
          <a:p>
            <a:pPr algn="l" indent="0" marL="0">
              <a:lnSpc>
                <a:spcPts val="5600"/>
              </a:lnSpc>
              <a:buNone/>
            </a:pPr>
            <a:r>
              <a:rPr lang="en-US" sz="5200" dirty="0">
                <a:solidFill>
                  <a:srgbClr val="4A5868"/>
                </a:solidFill>
                <a:latin typeface="Roboto Slab" pitchFamily="34" charset="0"/>
                <a:ea typeface="Roboto Slab" pitchFamily="34" charset="-122"/>
                <a:cs typeface="Roboto Slab" pitchFamily="34" charset="-120"/>
              </a:rPr>
              <a:t>[</a:t>
            </a:r>
            <a:pPr algn="l" indent="0" marL="0">
              <a:lnSpc>
                <a:spcPts val="5600"/>
              </a:lnSpc>
              <a:buNone/>
            </a:pPr>
            <a:r>
              <a:rPr lang="en-US" sz="5200" dirty="0">
                <a:solidFill>
                  <a:srgbClr val="003976"/>
                </a:solidFill>
                <a:latin typeface="Roboto Slab" pitchFamily="34" charset="0"/>
                <a:ea typeface="Roboto Slab" pitchFamily="34" charset="-122"/>
                <a:cs typeface="Roboto Slab" pitchFamily="34" charset="-120"/>
              </a:rPr>
              <a:t>38</a:t>
            </a:r>
            <a:pPr algn="l" indent="0" marL="0">
              <a:lnSpc>
                <a:spcPts val="5600"/>
              </a:lnSpc>
              <a:buNone/>
            </a:pPr>
            <a:r>
              <a:rPr lang="en-US" sz="5200" dirty="0">
                <a:solidFill>
                  <a:srgbClr val="4A5868"/>
                </a:solidFill>
                <a:latin typeface="Roboto Slab" pitchFamily="34" charset="0"/>
                <a:ea typeface="Roboto Slab" pitchFamily="34" charset="-122"/>
                <a:cs typeface="Roboto Slab" pitchFamily="34" charset="-120"/>
              </a:rPr>
              <a:t>]</a:t>
            </a:r>
            <a:endParaRPr lang="en-US" sz="5200" dirty="0"/>
          </a:p>
        </p:txBody>
      </p:sp>
      <p:sp>
        <p:nvSpPr>
          <p:cNvPr id="12" name="Text 4"/>
          <p:cNvSpPr/>
          <p:nvPr>
            <p:ph idx="115" type="body" hasCustomPrompt="1"/>
          </p:nvPr>
        </p:nvSpPr>
        <p:spPr>
          <a:xfrm>
            <a:off x="6364224" y="3035808"/>
            <a:ext cx="2084832" cy="1042416"/>
          </a:xfrm>
          <a:prstGeom prst="rect">
            <a:avLst/>
          </a:prstGeom>
          <a:noFill/>
          <a:ln/>
        </p:spPr>
        <p:txBody>
          <a:bodyPr wrap="square" lIns="0" tIns="0" rIns="0" bIns="0" rtlCol="0" anchor="t"/>
          <a:lstStyle/>
          <a:p>
            <a:pPr algn="l" indent="0" marL="0">
              <a:lnSpc>
                <a:spcPct val="101000"/>
              </a:lnSpc>
              <a:buNone/>
            </a:pPr>
            <a:r>
              <a:rPr lang="en-US" sz="1800" dirty="0">
                <a:solidFill>
                  <a:srgbClr val="1B2533"/>
                </a:solidFill>
                <a:latin typeface="Source Sans 3" pitchFamily="34" charset="0"/>
                <a:ea typeface="Source Sans 3" pitchFamily="34" charset="-122"/>
                <a:cs typeface="Source Sans 3" pitchFamily="34" charset="-120"/>
              </a:rPr>
              <a:t>ms median round trip, controller to gripper</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body" hasCustomPrompt="1"/>
          </p:nvPr>
        </p:nvSpPr>
        <p:spPr>
          <a:xfrm>
            <a:off x="1207008" y="329184"/>
            <a:ext cx="7479792" cy="274320"/>
          </a:xfrm>
          <a:prstGeom prst="rect">
            <a:avLst/>
          </a:prstGeom>
          <a:noFill/>
          <a:ln/>
        </p:spPr>
        <p:txBody>
          <a:bodyPr wrap="square" lIns="0" tIns="0" rIns="0" bIns="0" rtlCol="0" anchor="ctr"/>
          <a:lstStyle/>
          <a:p>
            <a:pPr algn="l" indent="0" marL="0">
              <a:lnSpc>
                <a:spcPct val="97000"/>
              </a:lnSpc>
              <a:buNone/>
            </a:pPr>
            <a:r>
              <a:rPr lang="en-US" sz="1400" b="1" spc="250" kern="0" dirty="0">
                <a:solidFill>
                  <a:srgbClr val="8A6100"/>
                </a:solidFill>
                <a:latin typeface="Source Sans 3" pitchFamily="34" charset="0"/>
                <a:ea typeface="Source Sans 3" pitchFamily="34" charset="-122"/>
                <a:cs typeface="Source Sans 3" pitchFamily="34" charset="-120"/>
              </a:rPr>
              <a:t>SECTION 04  ·  RESULTS</a:t>
            </a:r>
            <a:endParaRPr lang="en-US" sz="1400" dirty="0"/>
          </a:p>
        </p:txBody>
      </p:sp>
      <p:sp>
        <p:nvSpPr>
          <p:cNvPr id="3" name="Text 1"/>
          <p:cNvSpPr/>
          <p:nvPr>
            <p:ph idx="103" type="title" hasCustomPrompt="1"/>
          </p:nvPr>
        </p:nvSpPr>
        <p:spPr>
          <a:xfrm>
            <a:off x="1207008" y="566928"/>
            <a:ext cx="7479792" cy="475488"/>
          </a:xfrm>
          <a:prstGeom prst="rect">
            <a:avLst/>
          </a:prstGeom>
          <a:noFill/>
          <a:ln/>
        </p:spPr>
        <p:txBody>
          <a:bodyPr wrap="square" lIns="0" tIns="0" rIns="0" bIns="0" rtlCol="0" anchor="t"/>
          <a:lstStyle/>
          <a:p>
            <a:pPr algn="l" indent="0" marL="0">
              <a:lnSpc>
                <a:spcPct val="85000"/>
              </a:lnSpc>
              <a:buNone/>
            </a:pPr>
            <a:r>
              <a:rPr lang="en-US" sz="3200" b="1" dirty="0">
                <a:solidFill>
                  <a:srgbClr val="003976"/>
                </a:solidFill>
                <a:latin typeface="Source Sans 3" pitchFamily="34" charset="0"/>
                <a:ea typeface="Source Sans 3" pitchFamily="34" charset="-122"/>
                <a:cs typeface="Source Sans 3" pitchFamily="34" charset="-120"/>
              </a:rPr>
              <a:t>Task completion time by interface</a:t>
            </a:r>
            <a:endParaRPr lang="en-US" sz="3200" dirty="0"/>
          </a:p>
        </p:txBody>
      </p:sp>
      <p:graphicFrame>
        <p:nvGraphicFramePr>
          <p:cNvPr id="4" name="Chart 0" descr="Horizontal bar chart of mean seconds per task for four interfaces (example data): keyboard and mouse 84, gamepad 71, VR controllers 52 and gesture control 47, the gesture bar highlighted in gold."/>
          <p:cNvGraphicFramePr/>
          <p:nvPr/>
        </p:nvGraphicFramePr>
        <p:xfrm>
          <a:off x="457200" y="1234440"/>
          <a:ext cx="5394960" cy="2743200"/>
        </p:xfrm>
        <a:graphic xmlns:a="http://schemas.openxmlformats.org/drawingml/2006/main">
          <a:graphicData uri="http://schemas.openxmlformats.org/drawingml/2006/chart">
            <c:chart xmlns:c="http://schemas.openxmlformats.org/drawingml/2006/chart" r:id="rId1"/>
          </a:graphicData>
        </a:graphic>
      </p:graphicFrame>
      <p:sp>
        <p:nvSpPr>
          <p:cNvPr id="5" name="Text 1"/>
          <p:cNvSpPr/>
          <p:nvPr>
            <p:ph idx="105" type="body" hasCustomPrompt="1"/>
          </p:nvPr>
        </p:nvSpPr>
        <p:spPr>
          <a:xfrm>
            <a:off x="457200" y="4041648"/>
            <a:ext cx="5394960" cy="274320"/>
          </a:xfrm>
          <a:prstGeom prst="rect">
            <a:avLst/>
          </a:prstGeom>
          <a:noFill/>
          <a:ln/>
        </p:spPr>
        <p:txBody>
          <a:bodyPr wrap="square" lIns="0" tIns="0" rIns="0" bIns="0" rtlCol="0" anchor="ctr"/>
          <a:lstStyle/>
          <a:p>
            <a:pPr algn="l" indent="0" marL="0">
              <a:lnSpc>
                <a:spcPts val="1800"/>
              </a:lnSpc>
              <a:buNone/>
            </a:pPr>
            <a:r>
              <a:rPr lang="en-US" sz="1400" dirty="0">
                <a:solidFill>
                  <a:srgbClr val="4A5868"/>
                </a:solidFill>
                <a:latin typeface="Source Code Pro" pitchFamily="34" charset="0"/>
                <a:ea typeface="Source Code Pro" pitchFamily="34" charset="-122"/>
                <a:cs typeface="Source Code Pro" pitchFamily="34" charset="-120"/>
              </a:rPr>
              <a:t>SOURCE // Example data, n = [N], lower is better</a:t>
            </a:r>
            <a:endParaRPr lang="en-US" sz="1400" dirty="0"/>
          </a:p>
        </p:txBody>
      </p:sp>
      <p:sp>
        <p:nvSpPr>
          <p:cNvPr id="6" name="Text 3"/>
          <p:cNvSpPr/>
          <p:nvPr>
            <p:ph idx="108" type="body" hasCustomPrompt="1"/>
          </p:nvPr>
        </p:nvSpPr>
        <p:spPr>
          <a:xfrm>
            <a:off x="6400800" y="1801368"/>
            <a:ext cx="2011680" cy="868680"/>
          </a:xfrm>
          <a:prstGeom prst="rect">
            <a:avLst/>
          </a:prstGeom>
          <a:noFill/>
          <a:ln/>
        </p:spPr>
        <p:txBody>
          <a:bodyPr wrap="square" lIns="0" tIns="0" rIns="0" bIns="0" rtlCol="0" anchor="ctr"/>
          <a:lstStyle/>
          <a:p>
            <a:pPr algn="l" indent="0" marL="0">
              <a:lnSpc>
                <a:spcPts val="6800"/>
              </a:lnSpc>
              <a:buNone/>
            </a:pPr>
            <a:r>
              <a:rPr lang="en-US" sz="6400" b="1" spc="-100" kern="0" dirty="0">
                <a:solidFill>
                  <a:srgbClr val="EFAB00"/>
                </a:solidFill>
                <a:latin typeface="Roboto Slab" pitchFamily="34" charset="0"/>
                <a:ea typeface="Roboto Slab" pitchFamily="34" charset="-122"/>
                <a:cs typeface="Roboto Slab" pitchFamily="34" charset="-120"/>
              </a:rPr>
              <a:t>44%</a:t>
            </a:r>
            <a:endParaRPr lang="en-US" sz="6400" dirty="0"/>
          </a:p>
        </p:txBody>
      </p:sp>
      <p:sp>
        <p:nvSpPr>
          <p:cNvPr id="7" name="Text 3"/>
          <p:cNvSpPr/>
          <p:nvPr>
            <p:ph idx="109" type="body" hasCustomPrompt="1"/>
          </p:nvPr>
        </p:nvSpPr>
        <p:spPr>
          <a:xfrm>
            <a:off x="6400800" y="2752344"/>
            <a:ext cx="2011680" cy="987552"/>
          </a:xfrm>
          <a:prstGeom prst="rect">
            <a:avLst/>
          </a:prstGeom>
          <a:noFill/>
          <a:ln/>
        </p:spPr>
        <p:txBody>
          <a:bodyPr wrap="square" lIns="0" tIns="0" rIns="0" bIns="0" rtlCol="0" anchor="t"/>
          <a:lstStyle/>
          <a:p>
            <a:pPr algn="l" indent="0" marL="0">
              <a:lnSpc>
                <a:spcPct val="101000"/>
              </a:lnSpc>
              <a:buNone/>
            </a:pPr>
            <a:r>
              <a:rPr lang="en-US" sz="1800" dirty="0">
                <a:solidFill>
                  <a:srgbClr val="FFFFFF"/>
                </a:solidFill>
                <a:latin typeface="Source Sans 3" pitchFamily="34" charset="0"/>
                <a:ea typeface="Source Sans 3" pitchFamily="34" charset="-122"/>
                <a:cs typeface="Source Sans 3" pitchFamily="34" charset="-120"/>
              </a:rPr>
              <a:t>less time per task with gestures than keyboard and mouse</a:t>
            </a:r>
            <a:endParaRPr lang="en-US" sz="1800" dirty="0"/>
          </a:p>
        </p:txBody>
      </p:sp>
      <p:sp>
        <p:nvSpPr>
          <p:cNvPr id="8" name="Text 3"/>
          <p:cNvSpPr/>
          <p:nvPr>
            <p:ph idx="110" type="body" hasCustomPrompt="1"/>
          </p:nvPr>
        </p:nvSpPr>
        <p:spPr>
          <a:xfrm>
            <a:off x="6400800" y="3785616"/>
            <a:ext cx="2011680" cy="274320"/>
          </a:xfrm>
          <a:prstGeom prst="rect">
            <a:avLst/>
          </a:prstGeom>
          <a:noFill/>
          <a:ln/>
        </p:spPr>
        <p:txBody>
          <a:bodyPr wrap="square" lIns="0" tIns="0" rIns="0" bIns="0" rtlCol="0" anchor="ctr"/>
          <a:lstStyle/>
          <a:p>
            <a:pPr algn="l" indent="0" marL="0">
              <a:lnSpc>
                <a:spcPts val="1800"/>
              </a:lnSpc>
              <a:buNone/>
            </a:pPr>
            <a:r>
              <a:rPr lang="en-US" sz="1400" dirty="0">
                <a:solidFill>
                  <a:srgbClr val="EFAB00"/>
                </a:solidFill>
                <a:latin typeface="Source Code Pro" pitchFamily="34" charset="0"/>
                <a:ea typeface="Source Code Pro" pitchFamily="34" charset="-122"/>
                <a:cs typeface="Source Code Pro" pitchFamily="34" charset="-120"/>
              </a:rPr>
              <a:t>EXAMPLE FIGURE</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2" type="body" hasCustomPrompt="1"/>
          </p:nvPr>
        </p:nvSpPr>
        <p:spPr>
          <a:xfrm>
            <a:off x="1207008" y="329184"/>
            <a:ext cx="7479792" cy="274320"/>
          </a:xfrm>
          <a:prstGeom prst="rect">
            <a:avLst/>
          </a:prstGeom>
          <a:noFill/>
          <a:ln/>
        </p:spPr>
        <p:txBody>
          <a:bodyPr wrap="square" lIns="0" tIns="0" rIns="0" bIns="0" rtlCol="0" anchor="ctr"/>
          <a:lstStyle/>
          <a:p>
            <a:pPr algn="l" indent="0" marL="0">
              <a:lnSpc>
                <a:spcPct val="97000"/>
              </a:lnSpc>
              <a:buNone/>
            </a:pPr>
            <a:r>
              <a:rPr lang="en-US" sz="1400" b="1" spc="250" kern="0" dirty="0">
                <a:solidFill>
                  <a:srgbClr val="8A6100"/>
                </a:solidFill>
                <a:latin typeface="Source Sans 3" pitchFamily="34" charset="0"/>
                <a:ea typeface="Source Sans 3" pitchFamily="34" charset="-122"/>
                <a:cs typeface="Source Sans 3" pitchFamily="34" charset="-120"/>
              </a:rPr>
              <a:t>SECTION 05  ·  PLAN</a:t>
            </a:r>
            <a:endParaRPr lang="en-US" sz="1400" dirty="0"/>
          </a:p>
        </p:txBody>
      </p:sp>
      <p:sp>
        <p:nvSpPr>
          <p:cNvPr id="3" name="Text 1"/>
          <p:cNvSpPr/>
          <p:nvPr>
            <p:ph idx="103" type="title" hasCustomPrompt="1"/>
          </p:nvPr>
        </p:nvSpPr>
        <p:spPr>
          <a:xfrm>
            <a:off x="1207008" y="566928"/>
            <a:ext cx="7479792" cy="475488"/>
          </a:xfrm>
          <a:prstGeom prst="rect">
            <a:avLst/>
          </a:prstGeom>
          <a:noFill/>
          <a:ln/>
        </p:spPr>
        <p:txBody>
          <a:bodyPr wrap="square" lIns="0" tIns="0" rIns="0" bIns="0" rtlCol="0" anchor="t"/>
          <a:lstStyle/>
          <a:p>
            <a:pPr algn="l" indent="0" marL="0">
              <a:lnSpc>
                <a:spcPct val="85000"/>
              </a:lnSpc>
              <a:buNone/>
            </a:pPr>
            <a:r>
              <a:rPr lang="en-US" sz="3200" b="1" dirty="0">
                <a:solidFill>
                  <a:srgbClr val="003976"/>
                </a:solidFill>
                <a:latin typeface="Source Sans 3" pitchFamily="34" charset="0"/>
                <a:ea typeface="Source Sans 3" pitchFamily="34" charset="-122"/>
                <a:cs typeface="Source Sans 3" pitchFamily="34" charset="-120"/>
              </a:rPr>
              <a:t>Milestones and status</a:t>
            </a:r>
            <a:endParaRPr lang="en-US" sz="3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1298448"/>
          <a:ext cx="8229600" cy="914400"/>
        </p:xfrm>
        <a:graphic>
          <a:graphicData uri="http://schemas.openxmlformats.org/drawingml/2006/table">
            <a:tbl>
              <a:tblPr/>
              <a:tblGrid>
                <a:gridCol w="3566160"/>
                <a:gridCol w="1371600"/>
                <a:gridCol w="1463040"/>
                <a:gridCol w="1828800"/>
              </a:tblGrid>
              <a:tr h="438912">
                <a:tc>
                  <a:txBody>
                    <a:bodyPr/>
                    <a:lstStyle/>
                    <a:p>
                      <a:pPr indent="0" marL="0">
                        <a:buNone/>
                      </a:pPr>
                      <a:r>
                        <a:rPr lang="en-US" sz="1600" b="1" dirty="0">
                          <a:solidFill>
                            <a:srgbClr val="FFFFFF"/>
                          </a:solidFill>
                          <a:latin typeface="Source Sans 3" pitchFamily="34" charset="0"/>
                          <a:ea typeface="Source Sans 3" pitchFamily="34" charset="-122"/>
                          <a:cs typeface="Source Sans 3" pitchFamily="34" charset="-120"/>
                        </a:rPr>
                        <a:t>Milestone</a:t>
                      </a:r>
                      <a:endParaRPr lang="en-US" sz="1600" dirty="0">
                        <a:latin typeface="Source Sans 3" charset="0"/>
                        <a:ea typeface="Source Sans 3" charset="0"/>
                        <a:cs typeface="Source Sans 3" charset="0"/>
                      </a:endParaRPr>
                    </a:p>
                  </a:txBody>
                  <a:tcPr marL="101600" marR="101600" marT="50800" marB="50800" anchor="ctr">
                    <a:lnL w="0" cap="flat" cmpd="sng" algn="ctr">
                      <a:noFill/>
                    </a:lnL>
                    <a:lnR w="0" cap="flat" cmpd="sng" algn="ctr">
                      <a:noFill/>
                    </a:lnR>
                    <a:lnT w="0" cap="flat" cmpd="sng" algn="ctr">
                      <a:noFill/>
                    </a:lnT>
                    <a:lnB w="9525" cap="flat" cmpd="sng" algn="ctr">
                      <a:solidFill>
                        <a:srgbClr val="D6DEE8"/>
                      </a:solidFill>
                      <a:prstDash val="solid"/>
                      <a:round/>
                      <a:headEnd type="none" w="med" len="med"/>
                      <a:tailEnd type="none" w="med" len="med"/>
                    </a:lnB>
                    <a:solidFill>
                      <a:srgbClr val="003976"/>
                    </a:solidFill>
                  </a:tcPr>
                </a:tc>
                <a:tc>
                  <a:txBody>
                    <a:bodyPr/>
                    <a:lstStyle/>
                    <a:p>
                      <a:pPr indent="0" marL="0">
                        <a:buNone/>
                      </a:pPr>
                      <a:r>
                        <a:rPr lang="en-US" sz="1600" b="1" dirty="0">
                          <a:solidFill>
                            <a:srgbClr val="FFFFFF"/>
                          </a:solidFill>
                          <a:latin typeface="Source Sans 3" pitchFamily="34" charset="0"/>
                          <a:ea typeface="Source Sans 3" pitchFamily="34" charset="-122"/>
                          <a:cs typeface="Source Sans 3" pitchFamily="34" charset="-120"/>
                        </a:rPr>
                        <a:t>Owner</a:t>
                      </a:r>
                      <a:endParaRPr lang="en-US" sz="1600" dirty="0">
                        <a:latin typeface="Source Sans 3" charset="0"/>
                        <a:ea typeface="Source Sans 3" charset="0"/>
                        <a:cs typeface="Source Sans 3" charset="0"/>
                      </a:endParaRPr>
                    </a:p>
                  </a:txBody>
                  <a:tcPr marL="101600" marR="101600" marT="50800" marB="50800" anchor="ctr">
                    <a:lnL w="0" cap="flat" cmpd="sng" algn="ctr">
                      <a:noFill/>
                    </a:lnL>
                    <a:lnR w="0" cap="flat" cmpd="sng" algn="ctr">
                      <a:noFill/>
                    </a:lnR>
                    <a:lnT w="0" cap="flat" cmpd="sng" algn="ctr">
                      <a:noFill/>
                    </a:lnT>
                    <a:lnB w="9525" cap="flat" cmpd="sng" algn="ctr">
                      <a:solidFill>
                        <a:srgbClr val="D6DEE8"/>
                      </a:solidFill>
                      <a:prstDash val="solid"/>
                      <a:round/>
                      <a:headEnd type="none" w="med" len="med"/>
                      <a:tailEnd type="none" w="med" len="med"/>
                    </a:lnB>
                    <a:solidFill>
                      <a:srgbClr val="003976"/>
                    </a:solidFill>
                  </a:tcPr>
                </a:tc>
                <a:tc>
                  <a:txBody>
                    <a:bodyPr/>
                    <a:lstStyle/>
                    <a:p>
                      <a:pPr indent="0" marL="0">
                        <a:buNone/>
                      </a:pPr>
                      <a:r>
                        <a:rPr lang="en-US" sz="1600" b="1" dirty="0">
                          <a:solidFill>
                            <a:srgbClr val="FFFFFF"/>
                          </a:solidFill>
                          <a:latin typeface="Source Sans 3" pitchFamily="34" charset="0"/>
                          <a:ea typeface="Source Sans 3" pitchFamily="34" charset="-122"/>
                          <a:cs typeface="Source Sans 3" pitchFamily="34" charset="-120"/>
                        </a:rPr>
                        <a:t>Due</a:t>
                      </a:r>
                      <a:endParaRPr lang="en-US" sz="1600" dirty="0">
                        <a:latin typeface="Source Sans 3" charset="0"/>
                        <a:ea typeface="Source Sans 3" charset="0"/>
                        <a:cs typeface="Source Sans 3" charset="0"/>
                      </a:endParaRPr>
                    </a:p>
                  </a:txBody>
                  <a:tcPr marL="101600" marR="101600" marT="50800" marB="50800" anchor="ctr">
                    <a:lnL w="0" cap="flat" cmpd="sng" algn="ctr">
                      <a:noFill/>
                    </a:lnL>
                    <a:lnR w="0" cap="flat" cmpd="sng" algn="ctr">
                      <a:noFill/>
                    </a:lnR>
                    <a:lnT w="0" cap="flat" cmpd="sng" algn="ctr">
                      <a:noFill/>
                    </a:lnT>
                    <a:lnB w="9525" cap="flat" cmpd="sng" algn="ctr">
                      <a:solidFill>
                        <a:srgbClr val="D6DEE8"/>
                      </a:solidFill>
                      <a:prstDash val="solid"/>
                      <a:round/>
                      <a:headEnd type="none" w="med" len="med"/>
                      <a:tailEnd type="none" w="med" len="med"/>
                    </a:lnB>
                    <a:solidFill>
                      <a:srgbClr val="003976"/>
                    </a:solidFill>
                  </a:tcPr>
                </a:tc>
                <a:tc>
                  <a:txBody>
                    <a:bodyPr/>
                    <a:lstStyle/>
                    <a:p>
                      <a:pPr indent="0" marL="0">
                        <a:buNone/>
                      </a:pPr>
                      <a:r>
                        <a:rPr lang="en-US" sz="1600" b="1" dirty="0">
                          <a:solidFill>
                            <a:srgbClr val="FFFFFF"/>
                          </a:solidFill>
                          <a:latin typeface="Source Sans 3" pitchFamily="34" charset="0"/>
                          <a:ea typeface="Source Sans 3" pitchFamily="34" charset="-122"/>
                          <a:cs typeface="Source Sans 3" pitchFamily="34" charset="-120"/>
                        </a:rPr>
                        <a:t>Status</a:t>
                      </a:r>
                      <a:endParaRPr lang="en-US" sz="1600" dirty="0">
                        <a:latin typeface="Source Sans 3" charset="0"/>
                        <a:ea typeface="Source Sans 3" charset="0"/>
                        <a:cs typeface="Source Sans 3" charset="0"/>
                      </a:endParaRPr>
                    </a:p>
                  </a:txBody>
                  <a:tcPr marL="101600" marR="101600" marT="50800" marB="50800" anchor="ctr">
                    <a:lnL w="0" cap="flat" cmpd="sng" algn="ctr">
                      <a:noFill/>
                    </a:lnL>
                    <a:lnR w="0" cap="flat" cmpd="sng" algn="ctr">
                      <a:noFill/>
                    </a:lnR>
                    <a:lnT w="0" cap="flat" cmpd="sng" algn="ctr">
                      <a:noFill/>
                    </a:lnT>
                    <a:lnB w="9525" cap="flat" cmpd="sng" algn="ctr">
                      <a:solidFill>
                        <a:srgbClr val="D6DEE8"/>
                      </a:solidFill>
                      <a:prstDash val="solid"/>
                      <a:round/>
                      <a:headEnd type="none" w="med" len="med"/>
                      <a:tailEnd type="none" w="med" len="med"/>
                    </a:lnB>
                    <a:solidFill>
                      <a:srgbClr val="003976"/>
                    </a:solidFill>
                  </a:tcPr>
                </a:tc>
              </a:tr>
              <a:tr h="438912">
                <a:tc>
                  <a:txBody>
                    <a:bodyPr/>
                    <a:lstStyle/>
                    <a:p>
                      <a:pPr indent="0" marL="0">
                        <a:buNone/>
                      </a:pPr>
                      <a:r>
                        <a:rPr lang="en-US" sz="1600" dirty="0">
                          <a:solidFill>
                            <a:srgbClr val="1B2533"/>
                          </a:solidFill>
                          <a:latin typeface="Source Sans 3" pitchFamily="34" charset="0"/>
                          <a:ea typeface="Source Sans 3" pitchFamily="34" charset="-122"/>
                          <a:cs typeface="Source Sans 3" pitchFamily="34" charset="-120"/>
                        </a:rPr>
                        <a:t>Requirements and study protocol</a:t>
                      </a:r>
                      <a:endParaRPr lang="en-US" sz="1600" dirty="0">
                        <a:latin typeface="Source Sans 3" charset="0"/>
                        <a:ea typeface="Source Sans 3" charset="0"/>
                        <a:cs typeface="Source Sans 3" charset="0"/>
                      </a:endParaRPr>
                    </a:p>
                  </a:txBody>
                  <a:tcPr marL="101600" marR="101600" marT="50800" marB="50800" anchor="ctr">
                    <a:lnL w="0" cap="flat" cmpd="sng" algn="ctr">
                      <a:noFill/>
                    </a:lnL>
                    <a:lnR w="0" cap="flat" cmpd="sng" algn="ctr">
                      <a:noFill/>
                    </a:lnR>
                    <a:lnT w="0" cap="flat" cmpd="sng" algn="ctr">
                      <a:noFill/>
                    </a:lnT>
                    <a:lnB w="9525" cap="flat" cmpd="sng" algn="ctr">
                      <a:solidFill>
                        <a:srgbClr val="D6DEE8"/>
                      </a:solidFill>
                      <a:prstDash val="solid"/>
                      <a:round/>
                      <a:headEnd type="none" w="med" len="med"/>
                      <a:tailEnd type="none" w="med" len="med"/>
                    </a:lnB>
                  </a:tcPr>
                </a:tc>
                <a:tc>
                  <a:txBody>
                    <a:bodyPr/>
                    <a:lstStyle/>
                    <a:p>
                      <a:pPr indent="0" marL="0">
                        <a:buNone/>
                      </a:pPr>
                      <a:r>
                        <a:rPr lang="en-US" sz="1600" dirty="0">
                          <a:solidFill>
                            <a:srgbClr val="1B2533"/>
                          </a:solidFill>
                          <a:latin typeface="Source Sans 3" pitchFamily="34" charset="0"/>
                          <a:ea typeface="Source Sans 3" pitchFamily="34" charset="-122"/>
                          <a:cs typeface="Source Sans 3" pitchFamily="34" charset="-120"/>
                        </a:rPr>
                        <a:t>[Name]</a:t>
                      </a:r>
                      <a:endParaRPr lang="en-US" sz="1600" dirty="0">
                        <a:latin typeface="Source Sans 3" charset="0"/>
                        <a:ea typeface="Source Sans 3" charset="0"/>
                        <a:cs typeface="Source Sans 3" charset="0"/>
                      </a:endParaRPr>
                    </a:p>
                  </a:txBody>
                  <a:tcPr marL="101600" marR="101600" marT="50800" marB="50800" anchor="ctr">
                    <a:lnL w="0" cap="flat" cmpd="sng" algn="ctr">
                      <a:noFill/>
                    </a:lnL>
                    <a:lnR w="0" cap="flat" cmpd="sng" algn="ctr">
                      <a:noFill/>
                    </a:lnR>
                    <a:lnT w="0" cap="flat" cmpd="sng" algn="ctr">
                      <a:noFill/>
                    </a:lnT>
                    <a:lnB w="9525" cap="flat" cmpd="sng" algn="ctr">
                      <a:solidFill>
                        <a:srgbClr val="D6DEE8"/>
                      </a:solidFill>
                      <a:prstDash val="solid"/>
                      <a:round/>
                      <a:headEnd type="none" w="med" len="med"/>
                      <a:tailEnd type="none" w="med" len="med"/>
                    </a:lnB>
                  </a:tcPr>
                </a:tc>
                <a:tc>
                  <a:txBody>
                    <a:bodyPr/>
                    <a:lstStyle/>
                    <a:p>
                      <a:pPr indent="0" marL="0">
                        <a:buNone/>
                      </a:pPr>
                      <a:r>
                        <a:rPr lang="en-US" sz="1400" dirty="0">
                          <a:solidFill>
                            <a:srgbClr val="1B2533"/>
                          </a:solidFill>
                          <a:latin typeface="Source Code Pro" pitchFamily="34" charset="0"/>
                          <a:ea typeface="Source Code Pro" pitchFamily="34" charset="-122"/>
                          <a:cs typeface="Source Code Pro" pitchFamily="34" charset="-120"/>
                        </a:rPr>
                        <a:t>2026-10-15</a:t>
                      </a:r>
                      <a:endParaRPr lang="en-US" sz="1400" dirty="0">
                        <a:latin typeface="Source Code Pro" charset="0"/>
                        <a:ea typeface="Source Code Pro" charset="0"/>
                        <a:cs typeface="Source Code Pro" charset="0"/>
                      </a:endParaRPr>
                    </a:p>
                  </a:txBody>
                  <a:tcPr marL="101600" marR="101600" marT="50800" marB="50800" anchor="ctr">
                    <a:lnL w="0" cap="flat" cmpd="sng" algn="ctr">
                      <a:noFill/>
                    </a:lnL>
                    <a:lnR w="0" cap="flat" cmpd="sng" algn="ctr">
                      <a:noFill/>
                    </a:lnR>
                    <a:lnT w="0" cap="flat" cmpd="sng" algn="ctr">
                      <a:noFill/>
                    </a:lnT>
                    <a:lnB w="9525" cap="flat" cmpd="sng" algn="ctr">
                      <a:solidFill>
                        <a:srgbClr val="D6DEE8"/>
                      </a:solidFill>
                      <a:prstDash val="solid"/>
                      <a:round/>
                      <a:headEnd type="none" w="med" len="med"/>
                      <a:tailEnd type="none" w="med" len="med"/>
                    </a:lnB>
                  </a:tcPr>
                </a:tc>
                <a:tc>
                  <a:txBody>
                    <a:bodyPr/>
                    <a:lstStyle/>
                    <a:p>
                      <a:pPr indent="0" marL="0">
                        <a:buNone/>
                      </a:pPr>
                      <a:r>
                        <a:rPr lang="en-US" sz="1600" dirty="0">
                          <a:solidFill>
                            <a:srgbClr val="1B2533"/>
                          </a:solidFill>
                          <a:latin typeface="Source Sans 3" pitchFamily="34" charset="0"/>
                          <a:ea typeface="Source Sans 3" pitchFamily="34" charset="-122"/>
                          <a:cs typeface="Source Sans 3" pitchFamily="34" charset="-120"/>
                        </a:rPr>
                        <a:t>Complete</a:t>
                      </a:r>
                      <a:endParaRPr lang="en-US" sz="1600" dirty="0">
                        <a:latin typeface="Source Sans 3" charset="0"/>
                        <a:ea typeface="Source Sans 3" charset="0"/>
                        <a:cs typeface="Source Sans 3" charset="0"/>
                      </a:endParaRPr>
                    </a:p>
                  </a:txBody>
                  <a:tcPr marL="457200" marR="101600" marT="50800" marB="50800" anchor="ctr">
                    <a:lnL w="0" cap="flat" cmpd="sng" algn="ctr">
                      <a:noFill/>
                    </a:lnL>
                    <a:lnR w="0" cap="flat" cmpd="sng" algn="ctr">
                      <a:noFill/>
                    </a:lnR>
                    <a:lnT w="0" cap="flat" cmpd="sng" algn="ctr">
                      <a:noFill/>
                    </a:lnT>
                    <a:lnB w="9525" cap="flat" cmpd="sng" algn="ctr">
                      <a:solidFill>
                        <a:srgbClr val="D6DEE8"/>
                      </a:solidFill>
                      <a:prstDash val="solid"/>
                      <a:round/>
                      <a:headEnd type="none" w="med" len="med"/>
                      <a:tailEnd type="none" w="med" len="med"/>
                    </a:lnB>
                  </a:tcPr>
                </a:tc>
              </a:tr>
              <a:tr h="438912">
                <a:tc>
                  <a:txBody>
                    <a:bodyPr/>
                    <a:lstStyle/>
                    <a:p>
                      <a:pPr indent="0" marL="0">
                        <a:buNone/>
                      </a:pPr>
                      <a:r>
                        <a:rPr lang="en-US" sz="1600" dirty="0">
                          <a:solidFill>
                            <a:srgbClr val="1B2533"/>
                          </a:solidFill>
                          <a:latin typeface="Source Sans 3" pitchFamily="34" charset="0"/>
                          <a:ea typeface="Source Sans 3" pitchFamily="34" charset="-122"/>
                          <a:cs typeface="Source Sans 3" pitchFamily="34" charset="-120"/>
                        </a:rPr>
                        <a:t>Prototype: gesture mapping</a:t>
                      </a:r>
                      <a:endParaRPr lang="en-US" sz="1600" dirty="0">
                        <a:latin typeface="Source Sans 3" charset="0"/>
                        <a:ea typeface="Source Sans 3" charset="0"/>
                        <a:cs typeface="Source Sans 3" charset="0"/>
                      </a:endParaRPr>
                    </a:p>
                  </a:txBody>
                  <a:tcPr marL="101600" marR="101600" marT="50800" marB="50800" anchor="ctr">
                    <a:lnL w="0" cap="flat" cmpd="sng" algn="ctr">
                      <a:noFill/>
                    </a:lnL>
                    <a:lnR w="0" cap="flat" cmpd="sng" algn="ctr">
                      <a:noFill/>
                    </a:lnR>
                    <a:lnT w="0" cap="flat" cmpd="sng" algn="ctr">
                      <a:noFill/>
                    </a:lnT>
                    <a:lnB w="9525" cap="flat" cmpd="sng" algn="ctr">
                      <a:solidFill>
                        <a:srgbClr val="D6DEE8"/>
                      </a:solidFill>
                      <a:prstDash val="solid"/>
                      <a:round/>
                      <a:headEnd type="none" w="med" len="med"/>
                      <a:tailEnd type="none" w="med" len="med"/>
                    </a:lnB>
                  </a:tcPr>
                </a:tc>
                <a:tc>
                  <a:txBody>
                    <a:bodyPr/>
                    <a:lstStyle/>
                    <a:p>
                      <a:pPr indent="0" marL="0">
                        <a:buNone/>
                      </a:pPr>
                      <a:r>
                        <a:rPr lang="en-US" sz="1600" dirty="0">
                          <a:solidFill>
                            <a:srgbClr val="1B2533"/>
                          </a:solidFill>
                          <a:latin typeface="Source Sans 3" pitchFamily="34" charset="0"/>
                          <a:ea typeface="Source Sans 3" pitchFamily="34" charset="-122"/>
                          <a:cs typeface="Source Sans 3" pitchFamily="34" charset="-120"/>
                        </a:rPr>
                        <a:t>[Name]</a:t>
                      </a:r>
                      <a:endParaRPr lang="en-US" sz="1600" dirty="0">
                        <a:latin typeface="Source Sans 3" charset="0"/>
                        <a:ea typeface="Source Sans 3" charset="0"/>
                        <a:cs typeface="Source Sans 3" charset="0"/>
                      </a:endParaRPr>
                    </a:p>
                  </a:txBody>
                  <a:tcPr marL="101600" marR="101600" marT="50800" marB="50800" anchor="ctr">
                    <a:lnL w="0" cap="flat" cmpd="sng" algn="ctr">
                      <a:noFill/>
                    </a:lnL>
                    <a:lnR w="0" cap="flat" cmpd="sng" algn="ctr">
                      <a:noFill/>
                    </a:lnR>
                    <a:lnT w="0" cap="flat" cmpd="sng" algn="ctr">
                      <a:noFill/>
                    </a:lnT>
                    <a:lnB w="9525" cap="flat" cmpd="sng" algn="ctr">
                      <a:solidFill>
                        <a:srgbClr val="D6DEE8"/>
                      </a:solidFill>
                      <a:prstDash val="solid"/>
                      <a:round/>
                      <a:headEnd type="none" w="med" len="med"/>
                      <a:tailEnd type="none" w="med" len="med"/>
                    </a:lnB>
                  </a:tcPr>
                </a:tc>
                <a:tc>
                  <a:txBody>
                    <a:bodyPr/>
                    <a:lstStyle/>
                    <a:p>
                      <a:pPr indent="0" marL="0">
                        <a:buNone/>
                      </a:pPr>
                      <a:r>
                        <a:rPr lang="en-US" sz="1400" dirty="0">
                          <a:solidFill>
                            <a:srgbClr val="1B2533"/>
                          </a:solidFill>
                          <a:latin typeface="Source Code Pro" pitchFamily="34" charset="0"/>
                          <a:ea typeface="Source Code Pro" pitchFamily="34" charset="-122"/>
                          <a:cs typeface="Source Code Pro" pitchFamily="34" charset="-120"/>
                        </a:rPr>
                        <a:t>2026-12-01</a:t>
                      </a:r>
                      <a:endParaRPr lang="en-US" sz="1400" dirty="0">
                        <a:latin typeface="Source Code Pro" charset="0"/>
                        <a:ea typeface="Source Code Pro" charset="0"/>
                        <a:cs typeface="Source Code Pro" charset="0"/>
                      </a:endParaRPr>
                    </a:p>
                  </a:txBody>
                  <a:tcPr marL="101600" marR="101600" marT="50800" marB="50800" anchor="ctr">
                    <a:lnL w="0" cap="flat" cmpd="sng" algn="ctr">
                      <a:noFill/>
                    </a:lnL>
                    <a:lnR w="0" cap="flat" cmpd="sng" algn="ctr">
                      <a:noFill/>
                    </a:lnR>
                    <a:lnT w="0" cap="flat" cmpd="sng" algn="ctr">
                      <a:noFill/>
                    </a:lnT>
                    <a:lnB w="9525" cap="flat" cmpd="sng" algn="ctr">
                      <a:solidFill>
                        <a:srgbClr val="D6DEE8"/>
                      </a:solidFill>
                      <a:prstDash val="solid"/>
                      <a:round/>
                      <a:headEnd type="none" w="med" len="med"/>
                      <a:tailEnd type="none" w="med" len="med"/>
                    </a:lnB>
                  </a:tcPr>
                </a:tc>
                <a:tc>
                  <a:txBody>
                    <a:bodyPr/>
                    <a:lstStyle/>
                    <a:p>
                      <a:pPr indent="0" marL="0">
                        <a:buNone/>
                      </a:pPr>
                      <a:r>
                        <a:rPr lang="en-US" sz="1600" dirty="0">
                          <a:solidFill>
                            <a:srgbClr val="1B2533"/>
                          </a:solidFill>
                          <a:latin typeface="Source Sans 3" pitchFamily="34" charset="0"/>
                          <a:ea typeface="Source Sans 3" pitchFamily="34" charset="-122"/>
                          <a:cs typeface="Source Sans 3" pitchFamily="34" charset="-120"/>
                        </a:rPr>
                        <a:t>On track</a:t>
                      </a:r>
                      <a:endParaRPr lang="en-US" sz="1600" dirty="0">
                        <a:latin typeface="Source Sans 3" charset="0"/>
                        <a:ea typeface="Source Sans 3" charset="0"/>
                        <a:cs typeface="Source Sans 3" charset="0"/>
                      </a:endParaRPr>
                    </a:p>
                  </a:txBody>
                  <a:tcPr marL="457200" marR="101600" marT="50800" marB="50800" anchor="ctr">
                    <a:lnL w="0" cap="flat" cmpd="sng" algn="ctr">
                      <a:noFill/>
                    </a:lnL>
                    <a:lnR w="0" cap="flat" cmpd="sng" algn="ctr">
                      <a:noFill/>
                    </a:lnR>
                    <a:lnT w="0" cap="flat" cmpd="sng" algn="ctr">
                      <a:noFill/>
                    </a:lnT>
                    <a:lnB w="9525" cap="flat" cmpd="sng" algn="ctr">
                      <a:solidFill>
                        <a:srgbClr val="D6DEE8"/>
                      </a:solidFill>
                      <a:prstDash val="solid"/>
                      <a:round/>
                      <a:headEnd type="none" w="med" len="med"/>
                      <a:tailEnd type="none" w="med" len="med"/>
                    </a:lnB>
                  </a:tcPr>
                </a:tc>
              </a:tr>
              <a:tr h="438912">
                <a:tc>
                  <a:txBody>
                    <a:bodyPr/>
                    <a:lstStyle/>
                    <a:p>
                      <a:pPr indent="0" marL="0">
                        <a:buNone/>
                      </a:pPr>
                      <a:r>
                        <a:rPr lang="en-US" sz="1600" dirty="0">
                          <a:solidFill>
                            <a:srgbClr val="1B2533"/>
                          </a:solidFill>
                          <a:latin typeface="Source Sans 3" pitchFamily="34" charset="0"/>
                          <a:ea typeface="Source Sans 3" pitchFamily="34" charset="-122"/>
                          <a:cs typeface="Source Sans 3" pitchFamily="34" charset="-120"/>
                        </a:rPr>
                        <a:t>User study, n = [N]</a:t>
                      </a:r>
                      <a:endParaRPr lang="en-US" sz="1600" dirty="0">
                        <a:latin typeface="Source Sans 3" charset="0"/>
                        <a:ea typeface="Source Sans 3" charset="0"/>
                        <a:cs typeface="Source Sans 3" charset="0"/>
                      </a:endParaRPr>
                    </a:p>
                  </a:txBody>
                  <a:tcPr marL="101600" marR="101600" marT="50800" marB="50800" anchor="ctr">
                    <a:lnL w="0" cap="flat" cmpd="sng" algn="ctr">
                      <a:noFill/>
                    </a:lnL>
                    <a:lnR w="0" cap="flat" cmpd="sng" algn="ctr">
                      <a:noFill/>
                    </a:lnR>
                    <a:lnT w="0" cap="flat" cmpd="sng" algn="ctr">
                      <a:noFill/>
                    </a:lnT>
                    <a:lnB w="9525" cap="flat" cmpd="sng" algn="ctr">
                      <a:solidFill>
                        <a:srgbClr val="D6DEE8"/>
                      </a:solidFill>
                      <a:prstDash val="solid"/>
                      <a:round/>
                      <a:headEnd type="none" w="med" len="med"/>
                      <a:tailEnd type="none" w="med" len="med"/>
                    </a:lnB>
                  </a:tcPr>
                </a:tc>
                <a:tc>
                  <a:txBody>
                    <a:bodyPr/>
                    <a:lstStyle/>
                    <a:p>
                      <a:pPr indent="0" marL="0">
                        <a:buNone/>
                      </a:pPr>
                      <a:r>
                        <a:rPr lang="en-US" sz="1600" dirty="0">
                          <a:solidFill>
                            <a:srgbClr val="1B2533"/>
                          </a:solidFill>
                          <a:latin typeface="Source Sans 3" pitchFamily="34" charset="0"/>
                          <a:ea typeface="Source Sans 3" pitchFamily="34" charset="-122"/>
                          <a:cs typeface="Source Sans 3" pitchFamily="34" charset="-120"/>
                        </a:rPr>
                        <a:t>[Name]</a:t>
                      </a:r>
                      <a:endParaRPr lang="en-US" sz="1600" dirty="0">
                        <a:latin typeface="Source Sans 3" charset="0"/>
                        <a:ea typeface="Source Sans 3" charset="0"/>
                        <a:cs typeface="Source Sans 3" charset="0"/>
                      </a:endParaRPr>
                    </a:p>
                  </a:txBody>
                  <a:tcPr marL="101600" marR="101600" marT="50800" marB="50800" anchor="ctr">
                    <a:lnL w="0" cap="flat" cmpd="sng" algn="ctr">
                      <a:noFill/>
                    </a:lnL>
                    <a:lnR w="0" cap="flat" cmpd="sng" algn="ctr">
                      <a:noFill/>
                    </a:lnR>
                    <a:lnT w="0" cap="flat" cmpd="sng" algn="ctr">
                      <a:noFill/>
                    </a:lnT>
                    <a:lnB w="9525" cap="flat" cmpd="sng" algn="ctr">
                      <a:solidFill>
                        <a:srgbClr val="D6DEE8"/>
                      </a:solidFill>
                      <a:prstDash val="solid"/>
                      <a:round/>
                      <a:headEnd type="none" w="med" len="med"/>
                      <a:tailEnd type="none" w="med" len="med"/>
                    </a:lnB>
                  </a:tcPr>
                </a:tc>
                <a:tc>
                  <a:txBody>
                    <a:bodyPr/>
                    <a:lstStyle/>
                    <a:p>
                      <a:pPr indent="0" marL="0">
                        <a:buNone/>
                      </a:pPr>
                      <a:r>
                        <a:rPr lang="en-US" sz="1400" dirty="0">
                          <a:solidFill>
                            <a:srgbClr val="1B2533"/>
                          </a:solidFill>
                          <a:latin typeface="Source Code Pro" pitchFamily="34" charset="0"/>
                          <a:ea typeface="Source Code Pro" pitchFamily="34" charset="-122"/>
                          <a:cs typeface="Source Code Pro" pitchFamily="34" charset="-120"/>
                        </a:rPr>
                        <a:t>2027-02-15</a:t>
                      </a:r>
                      <a:endParaRPr lang="en-US" sz="1400" dirty="0">
                        <a:latin typeface="Source Code Pro" charset="0"/>
                        <a:ea typeface="Source Code Pro" charset="0"/>
                        <a:cs typeface="Source Code Pro" charset="0"/>
                      </a:endParaRPr>
                    </a:p>
                  </a:txBody>
                  <a:tcPr marL="101600" marR="101600" marT="50800" marB="50800" anchor="ctr">
                    <a:lnL w="0" cap="flat" cmpd="sng" algn="ctr">
                      <a:noFill/>
                    </a:lnL>
                    <a:lnR w="0" cap="flat" cmpd="sng" algn="ctr">
                      <a:noFill/>
                    </a:lnR>
                    <a:lnT w="0" cap="flat" cmpd="sng" algn="ctr">
                      <a:noFill/>
                    </a:lnT>
                    <a:lnB w="9525" cap="flat" cmpd="sng" algn="ctr">
                      <a:solidFill>
                        <a:srgbClr val="D6DEE8"/>
                      </a:solidFill>
                      <a:prstDash val="solid"/>
                      <a:round/>
                      <a:headEnd type="none" w="med" len="med"/>
                      <a:tailEnd type="none" w="med" len="med"/>
                    </a:lnB>
                  </a:tcPr>
                </a:tc>
                <a:tc>
                  <a:txBody>
                    <a:bodyPr/>
                    <a:lstStyle/>
                    <a:p>
                      <a:pPr indent="0" marL="0">
                        <a:buNone/>
                      </a:pPr>
                      <a:r>
                        <a:rPr lang="en-US" sz="1600" dirty="0">
                          <a:solidFill>
                            <a:srgbClr val="1B2533"/>
                          </a:solidFill>
                          <a:latin typeface="Source Sans 3" pitchFamily="34" charset="0"/>
                          <a:ea typeface="Source Sans 3" pitchFamily="34" charset="-122"/>
                          <a:cs typeface="Source Sans 3" pitchFamily="34" charset="-120"/>
                        </a:rPr>
                        <a:t>At risk</a:t>
                      </a:r>
                      <a:endParaRPr lang="en-US" sz="1600" dirty="0">
                        <a:latin typeface="Source Sans 3" charset="0"/>
                        <a:ea typeface="Source Sans 3" charset="0"/>
                        <a:cs typeface="Source Sans 3" charset="0"/>
                      </a:endParaRPr>
                    </a:p>
                  </a:txBody>
                  <a:tcPr marL="457200" marR="101600" marT="50800" marB="50800" anchor="ctr">
                    <a:lnL w="0" cap="flat" cmpd="sng" algn="ctr">
                      <a:noFill/>
                    </a:lnL>
                    <a:lnR w="0" cap="flat" cmpd="sng" algn="ctr">
                      <a:noFill/>
                    </a:lnR>
                    <a:lnT w="0" cap="flat" cmpd="sng" algn="ctr">
                      <a:noFill/>
                    </a:lnT>
                    <a:lnB w="9525" cap="flat" cmpd="sng" algn="ctr">
                      <a:solidFill>
                        <a:srgbClr val="D6DEE8"/>
                      </a:solidFill>
                      <a:prstDash val="solid"/>
                      <a:round/>
                      <a:headEnd type="none" w="med" len="med"/>
                      <a:tailEnd type="none" w="med" len="med"/>
                    </a:lnB>
                  </a:tcPr>
                </a:tc>
              </a:tr>
              <a:tr h="438912">
                <a:tc>
                  <a:txBody>
                    <a:bodyPr/>
                    <a:lstStyle/>
                    <a:p>
                      <a:pPr indent="0" marL="0">
                        <a:buNone/>
                      </a:pPr>
                      <a:r>
                        <a:rPr lang="en-US" sz="1600" dirty="0">
                          <a:solidFill>
                            <a:srgbClr val="1B2533"/>
                          </a:solidFill>
                          <a:latin typeface="Source Sans 3" pitchFamily="34" charset="0"/>
                          <a:ea typeface="Source Sans 3" pitchFamily="34" charset="-122"/>
                          <a:cs typeface="Source Sans 3" pitchFamily="34" charset="-120"/>
                        </a:rPr>
                        <a:t>Analysis and paper draft</a:t>
                      </a:r>
                      <a:endParaRPr lang="en-US" sz="1600" dirty="0">
                        <a:latin typeface="Source Sans 3" charset="0"/>
                        <a:ea typeface="Source Sans 3" charset="0"/>
                        <a:cs typeface="Source Sans 3" charset="0"/>
                      </a:endParaRPr>
                    </a:p>
                  </a:txBody>
                  <a:tcPr marL="101600" marR="101600" marT="50800" marB="50800" anchor="ctr">
                    <a:lnL w="0" cap="flat" cmpd="sng" algn="ctr">
                      <a:noFill/>
                    </a:lnL>
                    <a:lnR w="0" cap="flat" cmpd="sng" algn="ctr">
                      <a:noFill/>
                    </a:lnR>
                    <a:lnT w="0" cap="flat" cmpd="sng" algn="ctr">
                      <a:noFill/>
                    </a:lnT>
                    <a:lnB w="9525" cap="flat" cmpd="sng" algn="ctr">
                      <a:solidFill>
                        <a:srgbClr val="D6DEE8"/>
                      </a:solidFill>
                      <a:prstDash val="solid"/>
                      <a:round/>
                      <a:headEnd type="none" w="med" len="med"/>
                      <a:tailEnd type="none" w="med" len="med"/>
                    </a:lnB>
                  </a:tcPr>
                </a:tc>
                <a:tc>
                  <a:txBody>
                    <a:bodyPr/>
                    <a:lstStyle/>
                    <a:p>
                      <a:pPr indent="0" marL="0">
                        <a:buNone/>
                      </a:pPr>
                      <a:r>
                        <a:rPr lang="en-US" sz="1600" dirty="0">
                          <a:solidFill>
                            <a:srgbClr val="1B2533"/>
                          </a:solidFill>
                          <a:latin typeface="Source Sans 3" pitchFamily="34" charset="0"/>
                          <a:ea typeface="Source Sans 3" pitchFamily="34" charset="-122"/>
                          <a:cs typeface="Source Sans 3" pitchFamily="34" charset="-120"/>
                        </a:rPr>
                        <a:t>[Name]</a:t>
                      </a:r>
                      <a:endParaRPr lang="en-US" sz="1600" dirty="0">
                        <a:latin typeface="Source Sans 3" charset="0"/>
                        <a:ea typeface="Source Sans 3" charset="0"/>
                        <a:cs typeface="Source Sans 3" charset="0"/>
                      </a:endParaRPr>
                    </a:p>
                  </a:txBody>
                  <a:tcPr marL="101600" marR="101600" marT="50800" marB="50800" anchor="ctr">
                    <a:lnL w="0" cap="flat" cmpd="sng" algn="ctr">
                      <a:noFill/>
                    </a:lnL>
                    <a:lnR w="0" cap="flat" cmpd="sng" algn="ctr">
                      <a:noFill/>
                    </a:lnR>
                    <a:lnT w="0" cap="flat" cmpd="sng" algn="ctr">
                      <a:noFill/>
                    </a:lnT>
                    <a:lnB w="9525" cap="flat" cmpd="sng" algn="ctr">
                      <a:solidFill>
                        <a:srgbClr val="D6DEE8"/>
                      </a:solidFill>
                      <a:prstDash val="solid"/>
                      <a:round/>
                      <a:headEnd type="none" w="med" len="med"/>
                      <a:tailEnd type="none" w="med" len="med"/>
                    </a:lnB>
                  </a:tcPr>
                </a:tc>
                <a:tc>
                  <a:txBody>
                    <a:bodyPr/>
                    <a:lstStyle/>
                    <a:p>
                      <a:pPr indent="0" marL="0">
                        <a:buNone/>
                      </a:pPr>
                      <a:r>
                        <a:rPr lang="en-US" sz="1400" dirty="0">
                          <a:solidFill>
                            <a:srgbClr val="1B2533"/>
                          </a:solidFill>
                          <a:latin typeface="Source Code Pro" pitchFamily="34" charset="0"/>
                          <a:ea typeface="Source Code Pro" pitchFamily="34" charset="-122"/>
                          <a:cs typeface="Source Code Pro" pitchFamily="34" charset="-120"/>
                        </a:rPr>
                        <a:t>2027-04-01</a:t>
                      </a:r>
                      <a:endParaRPr lang="en-US" sz="1400" dirty="0">
                        <a:latin typeface="Source Code Pro" charset="0"/>
                        <a:ea typeface="Source Code Pro" charset="0"/>
                        <a:cs typeface="Source Code Pro" charset="0"/>
                      </a:endParaRPr>
                    </a:p>
                  </a:txBody>
                  <a:tcPr marL="101600" marR="101600" marT="50800" marB="50800" anchor="ctr">
                    <a:lnL w="0" cap="flat" cmpd="sng" algn="ctr">
                      <a:noFill/>
                    </a:lnL>
                    <a:lnR w="0" cap="flat" cmpd="sng" algn="ctr">
                      <a:noFill/>
                    </a:lnR>
                    <a:lnT w="0" cap="flat" cmpd="sng" algn="ctr">
                      <a:noFill/>
                    </a:lnT>
                    <a:lnB w="9525" cap="flat" cmpd="sng" algn="ctr">
                      <a:solidFill>
                        <a:srgbClr val="D6DEE8"/>
                      </a:solidFill>
                      <a:prstDash val="solid"/>
                      <a:round/>
                      <a:headEnd type="none" w="med" len="med"/>
                      <a:tailEnd type="none" w="med" len="med"/>
                    </a:lnB>
                  </a:tcPr>
                </a:tc>
                <a:tc>
                  <a:txBody>
                    <a:bodyPr/>
                    <a:lstStyle/>
                    <a:p>
                      <a:pPr indent="0" marL="0">
                        <a:buNone/>
                      </a:pPr>
                      <a:r>
                        <a:rPr lang="en-US" sz="1600" dirty="0">
                          <a:solidFill>
                            <a:srgbClr val="1B2533"/>
                          </a:solidFill>
                          <a:latin typeface="Source Sans 3" pitchFamily="34" charset="0"/>
                          <a:ea typeface="Source Sans 3" pitchFamily="34" charset="-122"/>
                          <a:cs typeface="Source Sans 3" pitchFamily="34" charset="-120"/>
                        </a:rPr>
                        <a:t>Late</a:t>
                      </a:r>
                      <a:endParaRPr lang="en-US" sz="1600" dirty="0">
                        <a:latin typeface="Source Sans 3" charset="0"/>
                        <a:ea typeface="Source Sans 3" charset="0"/>
                        <a:cs typeface="Source Sans 3" charset="0"/>
                      </a:endParaRPr>
                    </a:p>
                  </a:txBody>
                  <a:tcPr marL="457200" marR="101600" marT="50800" marB="50800" anchor="ctr">
                    <a:lnL w="0" cap="flat" cmpd="sng" algn="ctr">
                      <a:noFill/>
                    </a:lnL>
                    <a:lnR w="0" cap="flat" cmpd="sng" algn="ctr">
                      <a:noFill/>
                    </a:lnR>
                    <a:lnT w="0" cap="flat" cmpd="sng" algn="ctr">
                      <a:noFill/>
                    </a:lnT>
                    <a:lnB w="9525" cap="flat" cmpd="sng" algn="ctr">
                      <a:solidFill>
                        <a:srgbClr val="D6DEE8"/>
                      </a:solidFill>
                      <a:prstDash val="solid"/>
                      <a:round/>
                      <a:headEnd type="none" w="med" len="med"/>
                      <a:tailEnd type="none" w="med" len="med"/>
                    </a:lnB>
                  </a:tcPr>
                </a:tc>
              </a:tr>
              <a:tr h="438912">
                <a:tc>
                  <a:txBody>
                    <a:bodyPr/>
                    <a:lstStyle/>
                    <a:p>
                      <a:pPr indent="0" marL="0">
                        <a:buNone/>
                      </a:pPr>
                      <a:r>
                        <a:rPr lang="en-US" sz="1600" dirty="0">
                          <a:solidFill>
                            <a:srgbClr val="1B2533"/>
                          </a:solidFill>
                          <a:latin typeface="Source Sans 3" pitchFamily="34" charset="0"/>
                          <a:ea typeface="Source Sans 3" pitchFamily="34" charset="-122"/>
                          <a:cs typeface="Source Sans 3" pitchFamily="34" charset="-120"/>
                        </a:rPr>
                        <a:t>Submission to [Venue]</a:t>
                      </a:r>
                      <a:endParaRPr lang="en-US" sz="1600" dirty="0">
                        <a:latin typeface="Source Sans 3" charset="0"/>
                        <a:ea typeface="Source Sans 3" charset="0"/>
                        <a:cs typeface="Source Sans 3" charset="0"/>
                      </a:endParaRPr>
                    </a:p>
                  </a:txBody>
                  <a:tcPr marL="101600" marR="101600" marT="50800" marB="50800" anchor="ctr">
                    <a:lnL w="0" cap="flat" cmpd="sng" algn="ctr">
                      <a:noFill/>
                    </a:lnL>
                    <a:lnR w="0" cap="flat" cmpd="sng" algn="ctr">
                      <a:noFill/>
                    </a:lnR>
                    <a:lnT w="0" cap="flat" cmpd="sng" algn="ctr">
                      <a:noFill/>
                    </a:lnT>
                    <a:lnB w="9525" cap="flat" cmpd="sng" algn="ctr">
                      <a:solidFill>
                        <a:srgbClr val="D6DEE8"/>
                      </a:solidFill>
                      <a:prstDash val="solid"/>
                      <a:round/>
                      <a:headEnd type="none" w="med" len="med"/>
                      <a:tailEnd type="none" w="med" len="med"/>
                    </a:lnB>
                  </a:tcPr>
                </a:tc>
                <a:tc>
                  <a:txBody>
                    <a:bodyPr/>
                    <a:lstStyle/>
                    <a:p>
                      <a:pPr indent="0" marL="0">
                        <a:buNone/>
                      </a:pPr>
                      <a:r>
                        <a:rPr lang="en-US" sz="1600" dirty="0">
                          <a:solidFill>
                            <a:srgbClr val="1B2533"/>
                          </a:solidFill>
                          <a:latin typeface="Source Sans 3" pitchFamily="34" charset="0"/>
                          <a:ea typeface="Source Sans 3" pitchFamily="34" charset="-122"/>
                          <a:cs typeface="Source Sans 3" pitchFamily="34" charset="-120"/>
                        </a:rPr>
                        <a:t>[Name]</a:t>
                      </a:r>
                      <a:endParaRPr lang="en-US" sz="1600" dirty="0">
                        <a:latin typeface="Source Sans 3" charset="0"/>
                        <a:ea typeface="Source Sans 3" charset="0"/>
                        <a:cs typeface="Source Sans 3" charset="0"/>
                      </a:endParaRPr>
                    </a:p>
                  </a:txBody>
                  <a:tcPr marL="101600" marR="101600" marT="50800" marB="50800" anchor="ctr">
                    <a:lnL w="0" cap="flat" cmpd="sng" algn="ctr">
                      <a:noFill/>
                    </a:lnL>
                    <a:lnR w="0" cap="flat" cmpd="sng" algn="ctr">
                      <a:noFill/>
                    </a:lnR>
                    <a:lnT w="0" cap="flat" cmpd="sng" algn="ctr">
                      <a:noFill/>
                    </a:lnT>
                    <a:lnB w="9525" cap="flat" cmpd="sng" algn="ctr">
                      <a:solidFill>
                        <a:srgbClr val="D6DEE8"/>
                      </a:solidFill>
                      <a:prstDash val="solid"/>
                      <a:round/>
                      <a:headEnd type="none" w="med" len="med"/>
                      <a:tailEnd type="none" w="med" len="med"/>
                    </a:lnB>
                  </a:tcPr>
                </a:tc>
                <a:tc>
                  <a:txBody>
                    <a:bodyPr/>
                    <a:lstStyle/>
                    <a:p>
                      <a:pPr indent="0" marL="0">
                        <a:buNone/>
                      </a:pPr>
                      <a:r>
                        <a:rPr lang="en-US" sz="1400" dirty="0">
                          <a:solidFill>
                            <a:srgbClr val="1B2533"/>
                          </a:solidFill>
                          <a:latin typeface="Source Code Pro" pitchFamily="34" charset="0"/>
                          <a:ea typeface="Source Code Pro" pitchFamily="34" charset="-122"/>
                          <a:cs typeface="Source Code Pro" pitchFamily="34" charset="-120"/>
                        </a:rPr>
                        <a:t>2027-05-15</a:t>
                      </a:r>
                      <a:endParaRPr lang="en-US" sz="1400" dirty="0">
                        <a:latin typeface="Source Code Pro" charset="0"/>
                        <a:ea typeface="Source Code Pro" charset="0"/>
                        <a:cs typeface="Source Code Pro" charset="0"/>
                      </a:endParaRPr>
                    </a:p>
                  </a:txBody>
                  <a:tcPr marL="101600" marR="101600" marT="50800" marB="50800" anchor="ctr">
                    <a:lnL w="0" cap="flat" cmpd="sng" algn="ctr">
                      <a:noFill/>
                    </a:lnL>
                    <a:lnR w="0" cap="flat" cmpd="sng" algn="ctr">
                      <a:noFill/>
                    </a:lnR>
                    <a:lnT w="0" cap="flat" cmpd="sng" algn="ctr">
                      <a:noFill/>
                    </a:lnT>
                    <a:lnB w="9525" cap="flat" cmpd="sng" algn="ctr">
                      <a:solidFill>
                        <a:srgbClr val="D6DEE8"/>
                      </a:solidFill>
                      <a:prstDash val="solid"/>
                      <a:round/>
                      <a:headEnd type="none" w="med" len="med"/>
                      <a:tailEnd type="none" w="med" len="med"/>
                    </a:lnB>
                  </a:tcPr>
                </a:tc>
                <a:tc>
                  <a:txBody>
                    <a:bodyPr/>
                    <a:lstStyle/>
                    <a:p>
                      <a:pPr indent="0" marL="0">
                        <a:buNone/>
                      </a:pPr>
                      <a:r>
                        <a:rPr lang="en-US" sz="1600" dirty="0">
                          <a:solidFill>
                            <a:srgbClr val="1B2533"/>
                          </a:solidFill>
                          <a:latin typeface="Source Sans 3" pitchFamily="34" charset="0"/>
                          <a:ea typeface="Source Sans 3" pitchFamily="34" charset="-122"/>
                          <a:cs typeface="Source Sans 3" pitchFamily="34" charset="-120"/>
                        </a:rPr>
                        <a:t>Not started</a:t>
                      </a:r>
                      <a:endParaRPr lang="en-US" sz="1600" dirty="0">
                        <a:latin typeface="Source Sans 3" charset="0"/>
                        <a:ea typeface="Source Sans 3" charset="0"/>
                        <a:cs typeface="Source Sans 3" charset="0"/>
                      </a:endParaRPr>
                    </a:p>
                  </a:txBody>
                  <a:tcPr marL="457200" marR="101600" marT="50800" marB="50800" anchor="ctr">
                    <a:lnL w="0" cap="flat" cmpd="sng" algn="ctr">
                      <a:noFill/>
                    </a:lnL>
                    <a:lnR w="0" cap="flat" cmpd="sng" algn="ctr">
                      <a:noFill/>
                    </a:lnR>
                    <a:lnT w="0" cap="flat" cmpd="sng" algn="ctr">
                      <a:noFill/>
                    </a:lnT>
                    <a:lnB w="9525" cap="flat" cmpd="sng" algn="ctr">
                      <a:solidFill>
                        <a:srgbClr val="D6DEE8"/>
                      </a:solidFill>
                      <a:prstDash val="solid"/>
                      <a:round/>
                      <a:headEnd type="none" w="med" len="med"/>
                      <a:tailEnd type="none" w="med" len="med"/>
                    </a:lnB>
                  </a:tcPr>
                </a:tc>
              </a:tr>
            </a:tbl>
          </a:graphicData>
        </a:graphic>
      </p:graphicFrame>
      <p:sp>
        <p:nvSpPr>
          <p:cNvPr id="5" name="Status marker: Complete"/>
          <p:cNvSpPr/>
          <p:nvPr/>
        </p:nvSpPr>
        <p:spPr>
          <a:xfrm>
            <a:off x="6959600" y="1828800"/>
            <a:ext cx="256032" cy="256032"/>
          </a:xfrm>
          <a:prstGeom prst="triangle">
            <a:avLst/>
          </a:prstGeom>
          <a:solidFill>
            <a:srgbClr val="003976"/>
          </a:solidFill>
          <a:ln w="19050">
            <a:solidFill>
              <a:srgbClr val="003976"/>
            </a:solidFill>
            <a:prstDash val="solid"/>
          </a:ln>
        </p:spPr>
      </p:sp>
      <p:sp>
        <p:nvSpPr>
          <p:cNvPr id="6" name="Status marker: On track"/>
          <p:cNvSpPr/>
          <p:nvPr/>
        </p:nvSpPr>
        <p:spPr>
          <a:xfrm>
            <a:off x="6959600" y="2267712"/>
            <a:ext cx="256032" cy="256032"/>
          </a:xfrm>
          <a:prstGeom prst="ellipse">
            <a:avLst/>
          </a:prstGeom>
          <a:solidFill>
            <a:srgbClr val="269143"/>
          </a:solidFill>
          <a:ln w="19050">
            <a:solidFill>
              <a:srgbClr val="269143"/>
            </a:solidFill>
            <a:prstDash val="solid"/>
          </a:ln>
        </p:spPr>
      </p:sp>
      <p:sp>
        <p:nvSpPr>
          <p:cNvPr id="7" name="Status marker: At risk"/>
          <p:cNvSpPr/>
          <p:nvPr/>
        </p:nvSpPr>
        <p:spPr>
          <a:xfrm>
            <a:off x="6959600" y="2706624"/>
            <a:ext cx="256032" cy="256032"/>
          </a:xfrm>
          <a:prstGeom prst="diamond">
            <a:avLst/>
          </a:prstGeom>
          <a:solidFill>
            <a:srgbClr val="FD9E3C"/>
          </a:solidFill>
          <a:ln w="19050">
            <a:solidFill>
              <a:srgbClr val="915109"/>
            </a:solidFill>
          </a:ln>
        </p:spPr>
        <p:txBody>
          <a:bodyPr wrap="none" lIns="0" tIns="0" rIns="0" bIns="0" rtlCol="0" anchor="ctr"/>
          <a:lstStyle/>
          <a:p>
            <a:pPr algn="ctr" indent="0" marL="0">
              <a:buNone/>
            </a:pPr>
            <a:r>
              <a:rPr lang="en-US" sz="1400" b="1" dirty="0">
                <a:solidFill>
                  <a:srgbClr val="1B2533"/>
                </a:solidFill>
                <a:latin typeface="Source Sans 3" pitchFamily="34" charset="0"/>
                <a:ea typeface="Source Sans 3" pitchFamily="34" charset="-122"/>
                <a:cs typeface="Source Sans 3" pitchFamily="34" charset="-120"/>
              </a:rPr>
              <a:t>!</a:t>
            </a:r>
            <a:endParaRPr lang="en-US" sz="1400" dirty="0"/>
          </a:p>
        </p:txBody>
      </p:sp>
      <p:sp>
        <p:nvSpPr>
          <p:cNvPr id="8" name="Status marker: Late"/>
          <p:cNvSpPr/>
          <p:nvPr/>
        </p:nvSpPr>
        <p:spPr>
          <a:xfrm>
            <a:off x="6959600" y="3145536"/>
            <a:ext cx="256032" cy="256032"/>
          </a:xfrm>
          <a:prstGeom prst="rect">
            <a:avLst/>
          </a:prstGeom>
          <a:solidFill>
            <a:srgbClr val="A21921"/>
          </a:solidFill>
          <a:ln w="19050">
            <a:solidFill>
              <a:srgbClr val="A21921"/>
            </a:solidFill>
          </a:ln>
        </p:spPr>
        <p:txBody>
          <a:bodyPr wrap="none" lIns="0" tIns="0" rIns="0" bIns="0" rtlCol="0" anchor="ctr"/>
          <a:lstStyle/>
          <a:p>
            <a:pPr algn="ctr" indent="0" marL="0">
              <a:buNone/>
            </a:pPr>
            <a:r>
              <a:rPr lang="en-US" sz="1400" b="1" dirty="0">
                <a:solidFill>
                  <a:srgbClr val="FFFFFF"/>
                </a:solidFill>
                <a:latin typeface="Source Sans 3" pitchFamily="34" charset="0"/>
                <a:ea typeface="Source Sans 3" pitchFamily="34" charset="-122"/>
                <a:cs typeface="Source Sans 3" pitchFamily="34" charset="-120"/>
              </a:rPr>
              <a:t>x</a:t>
            </a:r>
            <a:endParaRPr lang="en-US" sz="1400" dirty="0"/>
          </a:p>
        </p:txBody>
      </p:sp>
      <p:sp>
        <p:nvSpPr>
          <p:cNvPr id="9" name="Status marker: Not started"/>
          <p:cNvSpPr/>
          <p:nvPr/>
        </p:nvSpPr>
        <p:spPr>
          <a:xfrm>
            <a:off x="6959600" y="3584448"/>
            <a:ext cx="256032" cy="256032"/>
          </a:xfrm>
          <a:prstGeom prst="triangle">
            <a:avLst/>
          </a:prstGeom>
          <a:solidFill>
            <a:srgbClr val="FFFFFF"/>
          </a:solidFill>
          <a:ln w="19050">
            <a:solidFill>
              <a:srgbClr val="7C8795"/>
            </a:solidFill>
            <a:prstDash val="solid"/>
          </a:ln>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2" type="body" hasCustomPrompt="1"/>
          </p:nvPr>
        </p:nvSpPr>
        <p:spPr>
          <a:xfrm>
            <a:off x="1207008" y="329184"/>
            <a:ext cx="7479792" cy="274320"/>
          </a:xfrm>
          <a:prstGeom prst="rect">
            <a:avLst/>
          </a:prstGeom>
          <a:noFill/>
          <a:ln/>
        </p:spPr>
        <p:txBody>
          <a:bodyPr wrap="square" lIns="0" tIns="0" rIns="0" bIns="0" rtlCol="0" anchor="ctr"/>
          <a:lstStyle/>
          <a:p>
            <a:pPr algn="l" indent="0" marL="0">
              <a:lnSpc>
                <a:spcPct val="97000"/>
              </a:lnSpc>
              <a:buNone/>
            </a:pPr>
            <a:r>
              <a:rPr lang="en-US" sz="1400" b="1" spc="250" kern="0" dirty="0">
                <a:solidFill>
                  <a:srgbClr val="8A6100"/>
                </a:solidFill>
                <a:latin typeface="Source Sans 3" pitchFamily="34" charset="0"/>
                <a:ea typeface="Source Sans 3" pitchFamily="34" charset="-122"/>
                <a:cs typeface="Source Sans 3" pitchFamily="34" charset="-120"/>
              </a:rPr>
              <a:t>SECTION 05  ·  PLAN</a:t>
            </a:r>
            <a:endParaRPr lang="en-US" sz="1400" dirty="0"/>
          </a:p>
        </p:txBody>
      </p:sp>
      <p:sp>
        <p:nvSpPr>
          <p:cNvPr id="3" name="Text 1"/>
          <p:cNvSpPr/>
          <p:nvPr>
            <p:ph idx="103" type="title" hasCustomPrompt="1"/>
          </p:nvPr>
        </p:nvSpPr>
        <p:spPr>
          <a:xfrm>
            <a:off x="1207008" y="566928"/>
            <a:ext cx="7479792" cy="475488"/>
          </a:xfrm>
          <a:prstGeom prst="rect">
            <a:avLst/>
          </a:prstGeom>
          <a:noFill/>
          <a:ln/>
        </p:spPr>
        <p:txBody>
          <a:bodyPr wrap="square" lIns="0" tIns="0" rIns="0" bIns="0" rtlCol="0" anchor="t"/>
          <a:lstStyle/>
          <a:p>
            <a:pPr algn="l" indent="0" marL="0">
              <a:lnSpc>
                <a:spcPct val="85000"/>
              </a:lnSpc>
              <a:buNone/>
            </a:pPr>
            <a:r>
              <a:rPr lang="en-US" sz="3200" b="1" dirty="0">
                <a:solidFill>
                  <a:srgbClr val="003976"/>
                </a:solidFill>
                <a:latin typeface="Source Sans 3" pitchFamily="34" charset="0"/>
                <a:ea typeface="Source Sans 3" pitchFamily="34" charset="-122"/>
                <a:cs typeface="Source Sans 3" pitchFamily="34" charset="-120"/>
              </a:rPr>
              <a:t>Project timeline</a:t>
            </a:r>
            <a:endParaRPr lang="en-US" sz="3200" dirty="0"/>
          </a:p>
        </p:txBody>
      </p:sp>
      <p:sp>
        <p:nvSpPr>
          <p:cNvPr id="4" name="Text 3"/>
          <p:cNvSpPr/>
          <p:nvPr>
            <p:ph idx="106" type="body" hasCustomPrompt="1"/>
          </p:nvPr>
        </p:nvSpPr>
        <p:spPr>
          <a:xfrm>
            <a:off x="502920" y="1755648"/>
            <a:ext cx="1554480" cy="274320"/>
          </a:xfrm>
          <a:prstGeom prst="rect">
            <a:avLst/>
          </a:prstGeom>
          <a:noFill/>
          <a:ln/>
        </p:spPr>
        <p:txBody>
          <a:bodyPr wrap="square" lIns="0" tIns="0" rIns="0" bIns="0" rtlCol="0" anchor="ctr"/>
          <a:lstStyle/>
          <a:p>
            <a:pPr algn="ctr" indent="0" marL="0">
              <a:lnSpc>
                <a:spcPts val="1800"/>
              </a:lnSpc>
              <a:buNone/>
            </a:pPr>
            <a:r>
              <a:rPr lang="en-US" sz="1400" dirty="0">
                <a:solidFill>
                  <a:srgbClr val="4A5868"/>
                </a:solidFill>
                <a:latin typeface="Source Code Pro" pitchFamily="34" charset="0"/>
                <a:ea typeface="Source Code Pro" pitchFamily="34" charset="-122"/>
                <a:cs typeface="Source Code Pro" pitchFamily="34" charset="-120"/>
              </a:rPr>
              <a:t>2026-01</a:t>
            </a:r>
            <a:endParaRPr lang="en-US" sz="1400" dirty="0"/>
          </a:p>
        </p:txBody>
      </p:sp>
      <p:sp>
        <p:nvSpPr>
          <p:cNvPr id="5" name="Text 3"/>
          <p:cNvSpPr txBox="1"/>
          <p:nvPr>
            <p:ph idx="107" type="body" hasCustomPrompt="1"/>
          </p:nvPr>
        </p:nvSpPr>
        <p:spPr>
          <a:xfrm>
            <a:off x="502920" y="2743200"/>
            <a:ext cx="1554480" cy="1280160"/>
          </a:xfrm>
          <a:prstGeom prst="rect">
            <a:avLst/>
          </a:prstGeom>
          <a:noFill/>
          <a:ln/>
        </p:spPr>
        <p:txBody>
          <a:bodyPr wrap="square" lIns="0" tIns="0" rIns="0" bIns="0" rtlCol="0" anchor="t"/>
          <a:lstStyle/>
          <a:p>
            <a:pPr algn="ctr" indent="0" marL="0">
              <a:lnSpc>
                <a:spcPts val="2200"/>
              </a:lnSpc>
              <a:buNone/>
            </a:pPr>
            <a:r>
              <a:rPr lang="en-US" sz="1800" b="1" dirty="0">
                <a:solidFill>
                  <a:srgbClr val="003976"/>
                </a:solidFill>
                <a:latin typeface="Source Sans 3" pitchFamily="34" charset="0"/>
                <a:ea typeface="Source Sans 3" pitchFamily="34" charset="-122"/>
                <a:cs typeface="Source Sans 3" pitchFamily="34" charset="-120"/>
              </a:rPr>
              <a:t>Kickoff</a:t>
            </a:r>
            <a:endParaRPr lang="en-US" sz="1800" dirty="0"/>
          </a:p>
          <a:p>
            <a:pPr algn="ctr" lvl="1" indent="0" marL="0">
              <a:lnSpc>
                <a:spcPts val="2000"/>
              </a:lnSpc>
              <a:buNone/>
            </a:pPr>
            <a:r>
              <a:rPr lang="en-US" sz="1600" b="0" dirty="0">
                <a:solidFill>
                  <a:srgbClr val="4A5868"/>
                </a:solidFill>
                <a:latin typeface="Source Sans 3" pitchFamily="34" charset="0"/>
                <a:ea typeface="Source Sans 3" pitchFamily="34" charset="-122"/>
                <a:cs typeface="Source Sans 3" pitchFamily="34" charset="-120"/>
              </a:rPr>
              <a:t>Protocol and hardware</a:t>
            </a:r>
            <a:endParaRPr lang="en-US" sz="1800" dirty="0"/>
          </a:p>
        </p:txBody>
      </p:sp>
      <p:sp>
        <p:nvSpPr>
          <p:cNvPr id="6" name="Text 4"/>
          <p:cNvSpPr/>
          <p:nvPr>
            <p:ph idx="109" type="body" hasCustomPrompt="1"/>
          </p:nvPr>
        </p:nvSpPr>
        <p:spPr>
          <a:xfrm>
            <a:off x="2148840" y="1755648"/>
            <a:ext cx="1554480" cy="274320"/>
          </a:xfrm>
          <a:prstGeom prst="rect">
            <a:avLst/>
          </a:prstGeom>
          <a:noFill/>
          <a:ln/>
        </p:spPr>
        <p:txBody>
          <a:bodyPr wrap="square" lIns="0" tIns="0" rIns="0" bIns="0" rtlCol="0" anchor="ctr"/>
          <a:lstStyle/>
          <a:p>
            <a:pPr algn="ctr" indent="0" marL="0">
              <a:lnSpc>
                <a:spcPts val="1800"/>
              </a:lnSpc>
              <a:buNone/>
            </a:pPr>
            <a:r>
              <a:rPr lang="en-US" sz="1400" dirty="0">
                <a:solidFill>
                  <a:srgbClr val="4A5868"/>
                </a:solidFill>
                <a:latin typeface="Source Code Pro" pitchFamily="34" charset="0"/>
                <a:ea typeface="Source Code Pro" pitchFamily="34" charset="-122"/>
                <a:cs typeface="Source Code Pro" pitchFamily="34" charset="-120"/>
              </a:rPr>
              <a:t>2026-04</a:t>
            </a:r>
            <a:endParaRPr lang="en-US" sz="1400" dirty="0"/>
          </a:p>
        </p:txBody>
      </p:sp>
      <p:sp>
        <p:nvSpPr>
          <p:cNvPr id="7" name="Text 4"/>
          <p:cNvSpPr txBox="1"/>
          <p:nvPr>
            <p:ph idx="110" type="body" hasCustomPrompt="1"/>
          </p:nvPr>
        </p:nvSpPr>
        <p:spPr>
          <a:xfrm>
            <a:off x="2148840" y="2743200"/>
            <a:ext cx="1554480" cy="1280160"/>
          </a:xfrm>
          <a:prstGeom prst="rect">
            <a:avLst/>
          </a:prstGeom>
          <a:noFill/>
          <a:ln/>
        </p:spPr>
        <p:txBody>
          <a:bodyPr wrap="square" lIns="0" tIns="0" rIns="0" bIns="0" rtlCol="0" anchor="t"/>
          <a:lstStyle/>
          <a:p>
            <a:pPr algn="ctr" indent="0" marL="0">
              <a:lnSpc>
                <a:spcPts val="2200"/>
              </a:lnSpc>
              <a:buNone/>
            </a:pPr>
            <a:r>
              <a:rPr lang="en-US" sz="1800" b="1" dirty="0">
                <a:solidFill>
                  <a:srgbClr val="003976"/>
                </a:solidFill>
                <a:latin typeface="Source Sans 3" pitchFamily="34" charset="0"/>
                <a:ea typeface="Source Sans 3" pitchFamily="34" charset="-122"/>
                <a:cs typeface="Source Sans 3" pitchFamily="34" charset="-120"/>
              </a:rPr>
              <a:t>Prototype</a:t>
            </a:r>
            <a:endParaRPr lang="en-US" sz="1800" dirty="0"/>
          </a:p>
          <a:p>
            <a:pPr algn="ctr" lvl="1" indent="0" marL="0">
              <a:lnSpc>
                <a:spcPts val="2000"/>
              </a:lnSpc>
              <a:buNone/>
            </a:pPr>
            <a:r>
              <a:rPr lang="en-US" sz="1600" b="0" dirty="0">
                <a:solidFill>
                  <a:srgbClr val="4A5868"/>
                </a:solidFill>
                <a:latin typeface="Source Sans 3" pitchFamily="34" charset="0"/>
                <a:ea typeface="Source Sans 3" pitchFamily="34" charset="-122"/>
                <a:cs typeface="Source Sans 3" pitchFamily="34" charset="-120"/>
              </a:rPr>
              <a:t>Gesture mapping v1</a:t>
            </a:r>
            <a:endParaRPr lang="en-US" sz="1800" dirty="0"/>
          </a:p>
        </p:txBody>
      </p:sp>
      <p:sp>
        <p:nvSpPr>
          <p:cNvPr id="8" name="Text 5"/>
          <p:cNvSpPr/>
          <p:nvPr>
            <p:ph idx="112" type="body" hasCustomPrompt="1"/>
          </p:nvPr>
        </p:nvSpPr>
        <p:spPr>
          <a:xfrm>
            <a:off x="3794760" y="1755648"/>
            <a:ext cx="1554480" cy="274320"/>
          </a:xfrm>
          <a:prstGeom prst="rect">
            <a:avLst/>
          </a:prstGeom>
          <a:noFill/>
          <a:ln/>
        </p:spPr>
        <p:txBody>
          <a:bodyPr wrap="square" lIns="0" tIns="0" rIns="0" bIns="0" rtlCol="0" anchor="ctr"/>
          <a:lstStyle/>
          <a:p>
            <a:pPr algn="ctr" indent="0" marL="0">
              <a:lnSpc>
                <a:spcPts val="1800"/>
              </a:lnSpc>
              <a:buNone/>
            </a:pPr>
            <a:r>
              <a:rPr lang="en-US" sz="1400" dirty="0">
                <a:solidFill>
                  <a:srgbClr val="4A5868"/>
                </a:solidFill>
                <a:latin typeface="Source Code Pro" pitchFamily="34" charset="0"/>
                <a:ea typeface="Source Code Pro" pitchFamily="34" charset="-122"/>
                <a:cs typeface="Source Code Pro" pitchFamily="34" charset="-120"/>
              </a:rPr>
              <a:t>2026-07</a:t>
            </a:r>
            <a:endParaRPr lang="en-US" sz="1400" dirty="0"/>
          </a:p>
        </p:txBody>
      </p:sp>
      <p:sp>
        <p:nvSpPr>
          <p:cNvPr id="9" name="Text 5"/>
          <p:cNvSpPr txBox="1"/>
          <p:nvPr>
            <p:ph idx="113" type="body" hasCustomPrompt="1"/>
          </p:nvPr>
        </p:nvSpPr>
        <p:spPr>
          <a:xfrm>
            <a:off x="3794760" y="2743200"/>
            <a:ext cx="1554480" cy="1280160"/>
          </a:xfrm>
          <a:prstGeom prst="rect">
            <a:avLst/>
          </a:prstGeom>
          <a:noFill/>
          <a:ln/>
        </p:spPr>
        <p:txBody>
          <a:bodyPr wrap="square" lIns="0" tIns="0" rIns="0" bIns="0" rtlCol="0" anchor="t"/>
          <a:lstStyle/>
          <a:p>
            <a:pPr algn="ctr" indent="0" marL="0">
              <a:lnSpc>
                <a:spcPts val="2200"/>
              </a:lnSpc>
              <a:buNone/>
            </a:pPr>
            <a:r>
              <a:rPr lang="en-US" sz="1800" b="1" dirty="0">
                <a:solidFill>
                  <a:srgbClr val="003976"/>
                </a:solidFill>
                <a:latin typeface="Source Sans 3" pitchFamily="34" charset="0"/>
                <a:ea typeface="Source Sans 3" pitchFamily="34" charset="-122"/>
                <a:cs typeface="Source Sans 3" pitchFamily="34" charset="-120"/>
              </a:rPr>
              <a:t>User study</a:t>
            </a:r>
            <a:endParaRPr lang="en-US" sz="1800" dirty="0"/>
          </a:p>
          <a:p>
            <a:pPr algn="ctr" lvl="1" indent="0" marL="0">
              <a:lnSpc>
                <a:spcPts val="2000"/>
              </a:lnSpc>
              <a:buNone/>
            </a:pPr>
            <a:r>
              <a:rPr lang="en-US" sz="1600" b="0" dirty="0">
                <a:solidFill>
                  <a:srgbClr val="4A5868"/>
                </a:solidFill>
                <a:latin typeface="Source Sans 3" pitchFamily="34" charset="0"/>
                <a:ea typeface="Source Sans 3" pitchFamily="34" charset="-122"/>
                <a:cs typeface="Source Sans 3" pitchFamily="34" charset="-120"/>
              </a:rPr>
              <a:t>n = [N], four tasks</a:t>
            </a:r>
            <a:endParaRPr lang="en-US" sz="1800" dirty="0"/>
          </a:p>
        </p:txBody>
      </p:sp>
      <p:sp>
        <p:nvSpPr>
          <p:cNvPr id="10" name="Text 6"/>
          <p:cNvSpPr/>
          <p:nvPr>
            <p:ph idx="115" type="body" hasCustomPrompt="1"/>
          </p:nvPr>
        </p:nvSpPr>
        <p:spPr>
          <a:xfrm>
            <a:off x="5440680" y="1755648"/>
            <a:ext cx="1554480" cy="274320"/>
          </a:xfrm>
          <a:prstGeom prst="rect">
            <a:avLst/>
          </a:prstGeom>
          <a:noFill/>
          <a:ln/>
        </p:spPr>
        <p:txBody>
          <a:bodyPr wrap="square" lIns="0" tIns="0" rIns="0" bIns="0" rtlCol="0" anchor="ctr"/>
          <a:lstStyle/>
          <a:p>
            <a:pPr algn="ctr" indent="0" marL="0">
              <a:lnSpc>
                <a:spcPts val="1800"/>
              </a:lnSpc>
              <a:buNone/>
            </a:pPr>
            <a:r>
              <a:rPr lang="en-US" sz="1400" dirty="0">
                <a:solidFill>
                  <a:srgbClr val="4A5868"/>
                </a:solidFill>
                <a:latin typeface="Source Code Pro" pitchFamily="34" charset="0"/>
                <a:ea typeface="Source Code Pro" pitchFamily="34" charset="-122"/>
                <a:cs typeface="Source Code Pro" pitchFamily="34" charset="-120"/>
              </a:rPr>
              <a:t>2026-10</a:t>
            </a:r>
            <a:endParaRPr lang="en-US" sz="1400" dirty="0"/>
          </a:p>
        </p:txBody>
      </p:sp>
      <p:sp>
        <p:nvSpPr>
          <p:cNvPr id="11" name="Text 6"/>
          <p:cNvSpPr txBox="1"/>
          <p:nvPr>
            <p:ph idx="116" type="body" hasCustomPrompt="1"/>
          </p:nvPr>
        </p:nvSpPr>
        <p:spPr>
          <a:xfrm>
            <a:off x="5440680" y="2743200"/>
            <a:ext cx="1554480" cy="1280160"/>
          </a:xfrm>
          <a:prstGeom prst="rect">
            <a:avLst/>
          </a:prstGeom>
          <a:noFill/>
          <a:ln/>
        </p:spPr>
        <p:txBody>
          <a:bodyPr wrap="square" lIns="0" tIns="0" rIns="0" bIns="0" rtlCol="0" anchor="t"/>
          <a:lstStyle/>
          <a:p>
            <a:pPr algn="ctr" indent="0" marL="0">
              <a:lnSpc>
                <a:spcPts val="2200"/>
              </a:lnSpc>
              <a:buNone/>
            </a:pPr>
            <a:r>
              <a:rPr lang="en-US" sz="1800" b="1" dirty="0">
                <a:solidFill>
                  <a:srgbClr val="003976"/>
                </a:solidFill>
                <a:latin typeface="Source Sans 3" pitchFamily="34" charset="0"/>
                <a:ea typeface="Source Sans 3" pitchFamily="34" charset="-122"/>
                <a:cs typeface="Source Sans 3" pitchFamily="34" charset="-120"/>
              </a:rPr>
              <a:t>Analysis</a:t>
            </a:r>
            <a:endParaRPr lang="en-US" sz="1800" dirty="0"/>
          </a:p>
          <a:p>
            <a:pPr algn="ctr" lvl="1" indent="0" marL="0">
              <a:lnSpc>
                <a:spcPts val="2000"/>
              </a:lnSpc>
              <a:buNone/>
            </a:pPr>
            <a:r>
              <a:rPr lang="en-US" sz="1600" b="0" dirty="0">
                <a:solidFill>
                  <a:srgbClr val="4A5868"/>
                </a:solidFill>
                <a:latin typeface="Source Sans 3" pitchFamily="34" charset="0"/>
                <a:ea typeface="Source Sans 3" pitchFamily="34" charset="-122"/>
                <a:cs typeface="Source Sans 3" pitchFamily="34" charset="-120"/>
              </a:rPr>
              <a:t>Task time, workload</a:t>
            </a:r>
            <a:endParaRPr lang="en-US" sz="1800" dirty="0"/>
          </a:p>
        </p:txBody>
      </p:sp>
      <p:sp>
        <p:nvSpPr>
          <p:cNvPr id="12" name="Text 7"/>
          <p:cNvSpPr/>
          <p:nvPr>
            <p:ph idx="118" type="body" hasCustomPrompt="1"/>
          </p:nvPr>
        </p:nvSpPr>
        <p:spPr>
          <a:xfrm>
            <a:off x="7086600" y="1755648"/>
            <a:ext cx="1554480" cy="274320"/>
          </a:xfrm>
          <a:prstGeom prst="rect">
            <a:avLst/>
          </a:prstGeom>
          <a:noFill/>
          <a:ln/>
        </p:spPr>
        <p:txBody>
          <a:bodyPr wrap="square" lIns="0" tIns="0" rIns="0" bIns="0" rtlCol="0" anchor="ctr"/>
          <a:lstStyle/>
          <a:p>
            <a:pPr algn="ctr" indent="0" marL="0">
              <a:lnSpc>
                <a:spcPts val="1800"/>
              </a:lnSpc>
              <a:buNone/>
            </a:pPr>
            <a:r>
              <a:rPr lang="en-US" sz="1400" dirty="0">
                <a:solidFill>
                  <a:srgbClr val="4A5868"/>
                </a:solidFill>
                <a:latin typeface="Source Code Pro" pitchFamily="34" charset="0"/>
                <a:ea typeface="Source Code Pro" pitchFamily="34" charset="-122"/>
                <a:cs typeface="Source Code Pro" pitchFamily="34" charset="-120"/>
              </a:rPr>
              <a:t>2027-01</a:t>
            </a:r>
            <a:endParaRPr lang="en-US" sz="1400" dirty="0"/>
          </a:p>
        </p:txBody>
      </p:sp>
      <p:sp>
        <p:nvSpPr>
          <p:cNvPr id="13" name="Text 7"/>
          <p:cNvSpPr txBox="1"/>
          <p:nvPr>
            <p:ph idx="119" type="body" hasCustomPrompt="1"/>
          </p:nvPr>
        </p:nvSpPr>
        <p:spPr>
          <a:xfrm>
            <a:off x="7086600" y="2743200"/>
            <a:ext cx="1554480" cy="1280160"/>
          </a:xfrm>
          <a:prstGeom prst="rect">
            <a:avLst/>
          </a:prstGeom>
          <a:noFill/>
          <a:ln/>
        </p:spPr>
        <p:txBody>
          <a:bodyPr wrap="square" lIns="0" tIns="0" rIns="0" bIns="0" rtlCol="0" anchor="t"/>
          <a:lstStyle/>
          <a:p>
            <a:pPr algn="ctr" indent="0" marL="0">
              <a:lnSpc>
                <a:spcPts val="2200"/>
              </a:lnSpc>
              <a:buNone/>
            </a:pPr>
            <a:r>
              <a:rPr lang="en-US" sz="1800" b="1" dirty="0">
                <a:solidFill>
                  <a:srgbClr val="003976"/>
                </a:solidFill>
                <a:latin typeface="Source Sans 3" pitchFamily="34" charset="0"/>
                <a:ea typeface="Source Sans 3" pitchFamily="34" charset="-122"/>
                <a:cs typeface="Source Sans 3" pitchFamily="34" charset="-120"/>
              </a:rPr>
              <a:t>Publication</a:t>
            </a:r>
            <a:endParaRPr lang="en-US" sz="1800" dirty="0"/>
          </a:p>
          <a:p>
            <a:pPr algn="ctr" lvl="1" indent="0" marL="0">
              <a:lnSpc>
                <a:spcPts val="2000"/>
              </a:lnSpc>
              <a:buNone/>
            </a:pPr>
            <a:r>
              <a:rPr lang="en-US" sz="1600" b="0" dirty="0">
                <a:solidFill>
                  <a:srgbClr val="4A5868"/>
                </a:solidFill>
                <a:latin typeface="Source Sans 3" pitchFamily="34" charset="0"/>
                <a:ea typeface="Source Sans 3" pitchFamily="34" charset="-122"/>
                <a:cs typeface="Source Sans 3" pitchFamily="34" charset="-120"/>
              </a:rPr>
              <a:t>[Venue] submission</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2" type="body" hasCustomPrompt="1"/>
          </p:nvPr>
        </p:nvSpPr>
        <p:spPr>
          <a:xfrm>
            <a:off x="1207008" y="329184"/>
            <a:ext cx="7479792" cy="274320"/>
          </a:xfrm>
          <a:prstGeom prst="rect">
            <a:avLst/>
          </a:prstGeom>
          <a:noFill/>
          <a:ln/>
        </p:spPr>
        <p:txBody>
          <a:bodyPr wrap="square" lIns="0" tIns="0" rIns="0" bIns="0" rtlCol="0" anchor="ctr"/>
          <a:lstStyle/>
          <a:p>
            <a:pPr algn="l" indent="0" marL="0">
              <a:lnSpc>
                <a:spcPct val="97000"/>
              </a:lnSpc>
              <a:buNone/>
            </a:pPr>
            <a:r>
              <a:rPr lang="en-US" sz="1400" b="1" spc="250" kern="0" dirty="0">
                <a:solidFill>
                  <a:srgbClr val="8A6100"/>
                </a:solidFill>
                <a:latin typeface="Source Sans 3" pitchFamily="34" charset="0"/>
                <a:ea typeface="Source Sans 3" pitchFamily="34" charset="-122"/>
                <a:cs typeface="Source Sans 3" pitchFamily="34" charset="-120"/>
              </a:rPr>
              <a:t>SECTION 01  ·  THE LAB</a:t>
            </a:r>
            <a:endParaRPr lang="en-US" sz="1400" dirty="0"/>
          </a:p>
        </p:txBody>
      </p:sp>
      <p:sp>
        <p:nvSpPr>
          <p:cNvPr id="3" name="Text 1"/>
          <p:cNvSpPr/>
          <p:nvPr>
            <p:ph idx="103" type="title" hasCustomPrompt="1"/>
          </p:nvPr>
        </p:nvSpPr>
        <p:spPr>
          <a:xfrm>
            <a:off x="1207008" y="566928"/>
            <a:ext cx="7479792" cy="475488"/>
          </a:xfrm>
          <a:prstGeom prst="rect">
            <a:avLst/>
          </a:prstGeom>
          <a:noFill/>
          <a:ln/>
        </p:spPr>
        <p:txBody>
          <a:bodyPr wrap="square" lIns="0" tIns="0" rIns="0" bIns="0" rtlCol="0" anchor="t"/>
          <a:lstStyle/>
          <a:p>
            <a:pPr algn="l" indent="0" marL="0">
              <a:lnSpc>
                <a:spcPct val="85000"/>
              </a:lnSpc>
              <a:buNone/>
            </a:pPr>
            <a:r>
              <a:rPr lang="en-US" sz="3200" b="1" dirty="0">
                <a:solidFill>
                  <a:srgbClr val="003976"/>
                </a:solidFill>
                <a:latin typeface="Source Sans 3" pitchFamily="34" charset="0"/>
                <a:ea typeface="Source Sans 3" pitchFamily="34" charset="-122"/>
                <a:cs typeface="Source Sans 3" pitchFamily="34" charset="-120"/>
              </a:rPr>
              <a:t>Team</a:t>
            </a:r>
            <a:endParaRPr lang="en-US" sz="3200" dirty="0"/>
          </a:p>
        </p:txBody>
      </p:sp>
      <p:pic>
        <p:nvPicPr>
          <p:cNvPr id="4" name="Image 0" descr="Placeholder for a team photo: navy student icon on mist">    </p:cNvPr>
          <p:cNvPicPr>
            <a:picLocks noChangeAspect="1"/>
          </p:cNvPicPr>
          <p:nvPr>
            <p:ph idx="104" hasCustomPrompt="1"/>
          </p:nvPr>
        </p:nvPicPr>
        <p:blipFill>
          <a:blip r:embed="rId1"/>
          <a:stretch>
            <a:fillRect/>
          </a:stretch>
        </p:blipFill>
        <p:spPr>
          <a:xfrm>
            <a:off x="457200" y="1298448"/>
            <a:ext cx="868680" cy="868680"/>
          </a:xfrm>
          <a:prstGeom prst="rect">
            <a:avLst/>
          </a:prstGeom>
        </p:spPr>
      </p:pic>
      <p:sp>
        <p:nvSpPr>
          <p:cNvPr id="5" name="Text 1"/>
          <p:cNvSpPr txBox="1"/>
          <p:nvPr>
            <p:ph idx="105" type="body" hasCustomPrompt="1"/>
          </p:nvPr>
        </p:nvSpPr>
        <p:spPr>
          <a:xfrm>
            <a:off x="457200" y="2240280"/>
            <a:ext cx="1851660" cy="548640"/>
          </a:xfrm>
          <a:prstGeom prst="rect">
            <a:avLst/>
          </a:prstGeom>
          <a:noFill/>
          <a:ln/>
        </p:spPr>
        <p:txBody>
          <a:bodyPr wrap="square" lIns="0" tIns="0" rIns="0" bIns="0" rtlCol="0" anchor="t"/>
          <a:lstStyle/>
          <a:p>
            <a:pPr algn="l" indent="0" marL="0">
              <a:lnSpc>
                <a:spcPts val="1900"/>
              </a:lnSpc>
              <a:buNone/>
            </a:pPr>
            <a:r>
              <a:rPr lang="en-US" sz="1600" b="1" dirty="0">
                <a:solidFill>
                  <a:srgbClr val="003976"/>
                </a:solidFill>
                <a:latin typeface="Source Sans 3" pitchFamily="34" charset="0"/>
                <a:ea typeface="Source Sans 3" pitchFamily="34" charset="-122"/>
                <a:cs typeface="Source Sans 3" pitchFamily="34" charset="-120"/>
              </a:rPr>
              <a:t>Dr. Jong-Hoon Kim</a:t>
            </a:r>
            <a:endParaRPr lang="en-US" sz="1600" dirty="0"/>
          </a:p>
          <a:p>
            <a:pPr algn="l" lvl="1" indent="0" marL="0">
              <a:lnSpc>
                <a:spcPts val="1700"/>
              </a:lnSpc>
              <a:buNone/>
            </a:pPr>
            <a:r>
              <a:rPr lang="en-US" sz="1400" b="0" dirty="0">
                <a:solidFill>
                  <a:srgbClr val="4A5868"/>
                </a:solidFill>
                <a:latin typeface="Source Sans 3" pitchFamily="34" charset="0"/>
                <a:ea typeface="Source Sans 3" pitchFamily="34" charset="-122"/>
                <a:cs typeface="Source Sans 3" pitchFamily="34" charset="-120"/>
              </a:rPr>
              <a:t>Lab director</a:t>
            </a:r>
            <a:endParaRPr lang="en-US" sz="1600" dirty="0"/>
          </a:p>
        </p:txBody>
      </p:sp>
      <p:pic>
        <p:nvPicPr>
          <p:cNvPr id="6" name="Image 1" descr="Placeholder for a team photo: navy student icon on mist">    </p:cNvPr>
          <p:cNvPicPr>
            <a:picLocks noChangeAspect="1"/>
          </p:cNvPicPr>
          <p:nvPr>
            <p:ph idx="106" hasCustomPrompt="1"/>
          </p:nvPr>
        </p:nvPicPr>
        <p:blipFill>
          <a:blip r:embed="rId2"/>
          <a:stretch>
            <a:fillRect/>
          </a:stretch>
        </p:blipFill>
        <p:spPr>
          <a:xfrm>
            <a:off x="2583180" y="1298448"/>
            <a:ext cx="868680" cy="868680"/>
          </a:xfrm>
          <a:prstGeom prst="rect">
            <a:avLst/>
          </a:prstGeom>
        </p:spPr>
      </p:pic>
      <p:sp>
        <p:nvSpPr>
          <p:cNvPr id="7" name="Text 1"/>
          <p:cNvSpPr txBox="1"/>
          <p:nvPr>
            <p:ph idx="107" type="body" hasCustomPrompt="1"/>
          </p:nvPr>
        </p:nvSpPr>
        <p:spPr>
          <a:xfrm>
            <a:off x="2583180" y="2240280"/>
            <a:ext cx="1851660" cy="548640"/>
          </a:xfrm>
          <a:prstGeom prst="rect">
            <a:avLst/>
          </a:prstGeom>
          <a:noFill/>
          <a:ln/>
        </p:spPr>
        <p:txBody>
          <a:bodyPr wrap="square" lIns="0" tIns="0" rIns="0" bIns="0" rtlCol="0" anchor="t"/>
          <a:lstStyle/>
          <a:p>
            <a:pPr algn="l" indent="0" marL="0">
              <a:lnSpc>
                <a:spcPts val="1900"/>
              </a:lnSpc>
              <a:buNone/>
            </a:pPr>
            <a:r>
              <a:rPr lang="en-US" sz="1600" b="1" dirty="0">
                <a:solidFill>
                  <a:srgbClr val="003976"/>
                </a:solidFill>
                <a:latin typeface="Source Sans 3" pitchFamily="34" charset="0"/>
                <a:ea typeface="Source Sans 3" pitchFamily="34" charset="-122"/>
                <a:cs typeface="Source Sans 3" pitchFamily="34" charset="-120"/>
              </a:rPr>
              <a:t>[Name Surname]</a:t>
            </a:r>
            <a:endParaRPr lang="en-US" sz="1600" dirty="0"/>
          </a:p>
          <a:p>
            <a:pPr algn="l" lvl="1" indent="0" marL="0">
              <a:lnSpc>
                <a:spcPts val="1700"/>
              </a:lnSpc>
              <a:buNone/>
            </a:pPr>
            <a:r>
              <a:rPr lang="en-US" sz="1400" b="0" dirty="0">
                <a:solidFill>
                  <a:srgbClr val="4A5868"/>
                </a:solidFill>
                <a:latin typeface="Source Sans 3" pitchFamily="34" charset="0"/>
                <a:ea typeface="Source Sans 3" pitchFamily="34" charset="-122"/>
                <a:cs typeface="Source Sans 3" pitchFamily="34" charset="-120"/>
              </a:rPr>
              <a:t>[Ph.D. student]</a:t>
            </a:r>
            <a:endParaRPr lang="en-US" sz="1600" dirty="0"/>
          </a:p>
        </p:txBody>
      </p:sp>
      <p:pic>
        <p:nvPicPr>
          <p:cNvPr id="8" name="Image 2" descr="Placeholder for a team photo: navy student icon on mist">    </p:cNvPr>
          <p:cNvPicPr>
            <a:picLocks noChangeAspect="1"/>
          </p:cNvPicPr>
          <p:nvPr>
            <p:ph idx="108" hasCustomPrompt="1"/>
          </p:nvPr>
        </p:nvPicPr>
        <p:blipFill>
          <a:blip r:embed="rId3"/>
          <a:stretch>
            <a:fillRect/>
          </a:stretch>
        </p:blipFill>
        <p:spPr>
          <a:xfrm>
            <a:off x="4709160" y="1298448"/>
            <a:ext cx="868680" cy="868680"/>
          </a:xfrm>
          <a:prstGeom prst="rect">
            <a:avLst/>
          </a:prstGeom>
        </p:spPr>
      </p:pic>
      <p:sp>
        <p:nvSpPr>
          <p:cNvPr id="9" name="Text 1"/>
          <p:cNvSpPr txBox="1"/>
          <p:nvPr>
            <p:ph idx="109" type="body" hasCustomPrompt="1"/>
          </p:nvPr>
        </p:nvSpPr>
        <p:spPr>
          <a:xfrm>
            <a:off x="4709160" y="2240280"/>
            <a:ext cx="1851660" cy="548640"/>
          </a:xfrm>
          <a:prstGeom prst="rect">
            <a:avLst/>
          </a:prstGeom>
          <a:noFill/>
          <a:ln/>
        </p:spPr>
        <p:txBody>
          <a:bodyPr wrap="square" lIns="0" tIns="0" rIns="0" bIns="0" rtlCol="0" anchor="t"/>
          <a:lstStyle/>
          <a:p>
            <a:pPr algn="l" indent="0" marL="0">
              <a:lnSpc>
                <a:spcPts val="1900"/>
              </a:lnSpc>
              <a:buNone/>
            </a:pPr>
            <a:r>
              <a:rPr lang="en-US" sz="1600" b="1" dirty="0">
                <a:solidFill>
                  <a:srgbClr val="003976"/>
                </a:solidFill>
                <a:latin typeface="Source Sans 3" pitchFamily="34" charset="0"/>
                <a:ea typeface="Source Sans 3" pitchFamily="34" charset="-122"/>
                <a:cs typeface="Source Sans 3" pitchFamily="34" charset="-120"/>
              </a:rPr>
              <a:t>[Name Surname]</a:t>
            </a:r>
            <a:endParaRPr lang="en-US" sz="1600" dirty="0"/>
          </a:p>
          <a:p>
            <a:pPr algn="l" lvl="1" indent="0" marL="0">
              <a:lnSpc>
                <a:spcPts val="1700"/>
              </a:lnSpc>
              <a:buNone/>
            </a:pPr>
            <a:r>
              <a:rPr lang="en-US" sz="1400" b="0" dirty="0">
                <a:solidFill>
                  <a:srgbClr val="4A5868"/>
                </a:solidFill>
                <a:latin typeface="Source Sans 3" pitchFamily="34" charset="0"/>
                <a:ea typeface="Source Sans 3" pitchFamily="34" charset="-122"/>
                <a:cs typeface="Source Sans 3" pitchFamily="34" charset="-120"/>
              </a:rPr>
              <a:t>[Ph.D. student]</a:t>
            </a:r>
            <a:endParaRPr lang="en-US" sz="1600" dirty="0"/>
          </a:p>
        </p:txBody>
      </p:sp>
      <p:pic>
        <p:nvPicPr>
          <p:cNvPr id="10" name="Image 3" descr="Placeholder for a team photo: navy student icon on mist">    </p:cNvPr>
          <p:cNvPicPr>
            <a:picLocks noChangeAspect="1"/>
          </p:cNvPicPr>
          <p:nvPr>
            <p:ph idx="110" hasCustomPrompt="1"/>
          </p:nvPr>
        </p:nvPicPr>
        <p:blipFill>
          <a:blip r:embed="rId4"/>
          <a:stretch>
            <a:fillRect/>
          </a:stretch>
        </p:blipFill>
        <p:spPr>
          <a:xfrm>
            <a:off x="6835140" y="1298448"/>
            <a:ext cx="868680" cy="868680"/>
          </a:xfrm>
          <a:prstGeom prst="rect">
            <a:avLst/>
          </a:prstGeom>
        </p:spPr>
      </p:pic>
      <p:sp>
        <p:nvSpPr>
          <p:cNvPr id="11" name="Text 1"/>
          <p:cNvSpPr txBox="1"/>
          <p:nvPr>
            <p:ph idx="111" type="body" hasCustomPrompt="1"/>
          </p:nvPr>
        </p:nvSpPr>
        <p:spPr>
          <a:xfrm>
            <a:off x="6835140" y="2240280"/>
            <a:ext cx="1851660" cy="548640"/>
          </a:xfrm>
          <a:prstGeom prst="rect">
            <a:avLst/>
          </a:prstGeom>
          <a:noFill/>
          <a:ln/>
        </p:spPr>
        <p:txBody>
          <a:bodyPr wrap="square" lIns="0" tIns="0" rIns="0" bIns="0" rtlCol="0" anchor="t"/>
          <a:lstStyle/>
          <a:p>
            <a:pPr algn="l" indent="0" marL="0">
              <a:lnSpc>
                <a:spcPts val="1900"/>
              </a:lnSpc>
              <a:buNone/>
            </a:pPr>
            <a:r>
              <a:rPr lang="en-US" sz="1600" b="1" dirty="0">
                <a:solidFill>
                  <a:srgbClr val="003976"/>
                </a:solidFill>
                <a:latin typeface="Source Sans 3" pitchFamily="34" charset="0"/>
                <a:ea typeface="Source Sans 3" pitchFamily="34" charset="-122"/>
                <a:cs typeface="Source Sans 3" pitchFamily="34" charset="-120"/>
              </a:rPr>
              <a:t>[Name Surname]</a:t>
            </a:r>
            <a:endParaRPr lang="en-US" sz="1600" dirty="0"/>
          </a:p>
          <a:p>
            <a:pPr algn="l" lvl="1" indent="0" marL="0">
              <a:lnSpc>
                <a:spcPts val="1700"/>
              </a:lnSpc>
              <a:buNone/>
            </a:pPr>
            <a:r>
              <a:rPr lang="en-US" sz="1400" b="0" dirty="0">
                <a:solidFill>
                  <a:srgbClr val="4A5868"/>
                </a:solidFill>
                <a:latin typeface="Source Sans 3" pitchFamily="34" charset="0"/>
                <a:ea typeface="Source Sans 3" pitchFamily="34" charset="-122"/>
                <a:cs typeface="Source Sans 3" pitchFamily="34" charset="-120"/>
              </a:rPr>
              <a:t>[M.S. student]</a:t>
            </a:r>
            <a:endParaRPr lang="en-US" sz="1600" dirty="0"/>
          </a:p>
        </p:txBody>
      </p:sp>
      <p:pic>
        <p:nvPicPr>
          <p:cNvPr id="12" name="Image 4" descr="Placeholder for a team photo: navy student icon on mist">    </p:cNvPr>
          <p:cNvPicPr>
            <a:picLocks noChangeAspect="1"/>
          </p:cNvPicPr>
          <p:nvPr>
            <p:ph idx="112" hasCustomPrompt="1"/>
          </p:nvPr>
        </p:nvPicPr>
        <p:blipFill>
          <a:blip r:embed="rId5"/>
          <a:stretch>
            <a:fillRect/>
          </a:stretch>
        </p:blipFill>
        <p:spPr>
          <a:xfrm>
            <a:off x="457200" y="2898648"/>
            <a:ext cx="868680" cy="868680"/>
          </a:xfrm>
          <a:prstGeom prst="rect">
            <a:avLst/>
          </a:prstGeom>
        </p:spPr>
      </p:pic>
      <p:sp>
        <p:nvSpPr>
          <p:cNvPr id="13" name="Text 1"/>
          <p:cNvSpPr txBox="1"/>
          <p:nvPr>
            <p:ph idx="113" type="body" hasCustomPrompt="1"/>
          </p:nvPr>
        </p:nvSpPr>
        <p:spPr>
          <a:xfrm>
            <a:off x="457200" y="3840480"/>
            <a:ext cx="1851660" cy="548640"/>
          </a:xfrm>
          <a:prstGeom prst="rect">
            <a:avLst/>
          </a:prstGeom>
          <a:noFill/>
          <a:ln/>
        </p:spPr>
        <p:txBody>
          <a:bodyPr wrap="square" lIns="0" tIns="0" rIns="0" bIns="0" rtlCol="0" anchor="t"/>
          <a:lstStyle/>
          <a:p>
            <a:pPr algn="l" indent="0" marL="0">
              <a:lnSpc>
                <a:spcPts val="1900"/>
              </a:lnSpc>
              <a:buNone/>
            </a:pPr>
            <a:r>
              <a:rPr lang="en-US" sz="1600" b="1" dirty="0">
                <a:solidFill>
                  <a:srgbClr val="003976"/>
                </a:solidFill>
                <a:latin typeface="Source Sans 3" pitchFamily="34" charset="0"/>
                <a:ea typeface="Source Sans 3" pitchFamily="34" charset="-122"/>
                <a:cs typeface="Source Sans 3" pitchFamily="34" charset="-120"/>
              </a:rPr>
              <a:t>[Name Surname]</a:t>
            </a:r>
            <a:endParaRPr lang="en-US" sz="1600" dirty="0"/>
          </a:p>
          <a:p>
            <a:pPr algn="l" lvl="1" indent="0" marL="0">
              <a:lnSpc>
                <a:spcPts val="1700"/>
              </a:lnSpc>
              <a:buNone/>
            </a:pPr>
            <a:r>
              <a:rPr lang="en-US" sz="1400" b="0" dirty="0">
                <a:solidFill>
                  <a:srgbClr val="4A5868"/>
                </a:solidFill>
                <a:latin typeface="Source Sans 3" pitchFamily="34" charset="0"/>
                <a:ea typeface="Source Sans 3" pitchFamily="34" charset="-122"/>
                <a:cs typeface="Source Sans 3" pitchFamily="34" charset="-120"/>
              </a:rPr>
              <a:t>[M.S. student]</a:t>
            </a:r>
            <a:endParaRPr lang="en-US" sz="1600" dirty="0"/>
          </a:p>
        </p:txBody>
      </p:sp>
      <p:pic>
        <p:nvPicPr>
          <p:cNvPr id="14" name="Image 5" descr="Placeholder for a team photo: navy student icon on mist">    </p:cNvPr>
          <p:cNvPicPr>
            <a:picLocks noChangeAspect="1"/>
          </p:cNvPicPr>
          <p:nvPr>
            <p:ph idx="114" hasCustomPrompt="1"/>
          </p:nvPr>
        </p:nvPicPr>
        <p:blipFill>
          <a:blip r:embed="rId6"/>
          <a:stretch>
            <a:fillRect/>
          </a:stretch>
        </p:blipFill>
        <p:spPr>
          <a:xfrm>
            <a:off x="2583180" y="2898648"/>
            <a:ext cx="868680" cy="868680"/>
          </a:xfrm>
          <a:prstGeom prst="rect">
            <a:avLst/>
          </a:prstGeom>
        </p:spPr>
      </p:pic>
      <p:sp>
        <p:nvSpPr>
          <p:cNvPr id="15" name="Text 1"/>
          <p:cNvSpPr txBox="1"/>
          <p:nvPr>
            <p:ph idx="115" type="body" hasCustomPrompt="1"/>
          </p:nvPr>
        </p:nvSpPr>
        <p:spPr>
          <a:xfrm>
            <a:off x="2583180" y="3840480"/>
            <a:ext cx="1851660" cy="548640"/>
          </a:xfrm>
          <a:prstGeom prst="rect">
            <a:avLst/>
          </a:prstGeom>
          <a:noFill/>
          <a:ln/>
        </p:spPr>
        <p:txBody>
          <a:bodyPr wrap="square" lIns="0" tIns="0" rIns="0" bIns="0" rtlCol="0" anchor="t"/>
          <a:lstStyle/>
          <a:p>
            <a:pPr algn="l" indent="0" marL="0">
              <a:lnSpc>
                <a:spcPts val="1900"/>
              </a:lnSpc>
              <a:buNone/>
            </a:pPr>
            <a:r>
              <a:rPr lang="en-US" sz="1600" b="1" dirty="0">
                <a:solidFill>
                  <a:srgbClr val="003976"/>
                </a:solidFill>
                <a:latin typeface="Source Sans 3" pitchFamily="34" charset="0"/>
                <a:ea typeface="Source Sans 3" pitchFamily="34" charset="-122"/>
                <a:cs typeface="Source Sans 3" pitchFamily="34" charset="-120"/>
              </a:rPr>
              <a:t>[Name Surname]</a:t>
            </a:r>
            <a:endParaRPr lang="en-US" sz="1600" dirty="0"/>
          </a:p>
          <a:p>
            <a:pPr algn="l" lvl="1" indent="0" marL="0">
              <a:lnSpc>
                <a:spcPts val="1700"/>
              </a:lnSpc>
              <a:buNone/>
            </a:pPr>
            <a:r>
              <a:rPr lang="en-US" sz="1400" b="0" dirty="0">
                <a:solidFill>
                  <a:srgbClr val="4A5868"/>
                </a:solidFill>
                <a:latin typeface="Source Sans 3" pitchFamily="34" charset="0"/>
                <a:ea typeface="Source Sans 3" pitchFamily="34" charset="-122"/>
                <a:cs typeface="Source Sans 3" pitchFamily="34" charset="-120"/>
              </a:rPr>
              <a:t>[Undergrad researcher]</a:t>
            </a:r>
            <a:endParaRPr lang="en-US" sz="1600" dirty="0"/>
          </a:p>
        </p:txBody>
      </p:sp>
      <p:pic>
        <p:nvPicPr>
          <p:cNvPr id="16" name="Image 6" descr="Placeholder for a team photo: navy student icon on mist">    </p:cNvPr>
          <p:cNvPicPr>
            <a:picLocks noChangeAspect="1"/>
          </p:cNvPicPr>
          <p:nvPr>
            <p:ph idx="116" hasCustomPrompt="1"/>
          </p:nvPr>
        </p:nvPicPr>
        <p:blipFill>
          <a:blip r:embed="rId7"/>
          <a:stretch>
            <a:fillRect/>
          </a:stretch>
        </p:blipFill>
        <p:spPr>
          <a:xfrm>
            <a:off x="4709160" y="2898648"/>
            <a:ext cx="868680" cy="868680"/>
          </a:xfrm>
          <a:prstGeom prst="rect">
            <a:avLst/>
          </a:prstGeom>
        </p:spPr>
      </p:pic>
      <p:sp>
        <p:nvSpPr>
          <p:cNvPr id="17" name="Text 1"/>
          <p:cNvSpPr txBox="1"/>
          <p:nvPr>
            <p:ph idx="117" type="body" hasCustomPrompt="1"/>
          </p:nvPr>
        </p:nvSpPr>
        <p:spPr>
          <a:xfrm>
            <a:off x="4709160" y="3840480"/>
            <a:ext cx="1851660" cy="548640"/>
          </a:xfrm>
          <a:prstGeom prst="rect">
            <a:avLst/>
          </a:prstGeom>
          <a:noFill/>
          <a:ln/>
        </p:spPr>
        <p:txBody>
          <a:bodyPr wrap="square" lIns="0" tIns="0" rIns="0" bIns="0" rtlCol="0" anchor="t"/>
          <a:lstStyle/>
          <a:p>
            <a:pPr algn="l" indent="0" marL="0">
              <a:lnSpc>
                <a:spcPts val="1900"/>
              </a:lnSpc>
              <a:buNone/>
            </a:pPr>
            <a:r>
              <a:rPr lang="en-US" sz="1600" b="1" dirty="0">
                <a:solidFill>
                  <a:srgbClr val="003976"/>
                </a:solidFill>
                <a:latin typeface="Source Sans 3" pitchFamily="34" charset="0"/>
                <a:ea typeface="Source Sans 3" pitchFamily="34" charset="-122"/>
                <a:cs typeface="Source Sans 3" pitchFamily="34" charset="-120"/>
              </a:rPr>
              <a:t>[Name Surname]</a:t>
            </a:r>
            <a:endParaRPr lang="en-US" sz="1600" dirty="0"/>
          </a:p>
          <a:p>
            <a:pPr algn="l" lvl="1" indent="0" marL="0">
              <a:lnSpc>
                <a:spcPts val="1700"/>
              </a:lnSpc>
              <a:buNone/>
            </a:pPr>
            <a:r>
              <a:rPr lang="en-US" sz="1400" b="0" dirty="0">
                <a:solidFill>
                  <a:srgbClr val="4A5868"/>
                </a:solidFill>
                <a:latin typeface="Source Sans 3" pitchFamily="34" charset="0"/>
                <a:ea typeface="Source Sans 3" pitchFamily="34" charset="-122"/>
                <a:cs typeface="Source Sans 3" pitchFamily="34" charset="-120"/>
              </a:rPr>
              <a:t>[Undergrad researcher]</a:t>
            </a:r>
            <a:endParaRPr lang="en-US" sz="1600" dirty="0"/>
          </a:p>
        </p:txBody>
      </p:sp>
      <p:pic>
        <p:nvPicPr>
          <p:cNvPr id="18" name="Image 7" descr="Placeholder for a team photo: navy student icon on mist">    </p:cNvPr>
          <p:cNvPicPr>
            <a:picLocks noChangeAspect="1"/>
          </p:cNvPicPr>
          <p:nvPr>
            <p:ph idx="118" hasCustomPrompt="1"/>
          </p:nvPr>
        </p:nvPicPr>
        <p:blipFill>
          <a:blip r:embed="rId8"/>
          <a:stretch>
            <a:fillRect/>
          </a:stretch>
        </p:blipFill>
        <p:spPr>
          <a:xfrm>
            <a:off x="6835140" y="2898648"/>
            <a:ext cx="868680" cy="868680"/>
          </a:xfrm>
          <a:prstGeom prst="rect">
            <a:avLst/>
          </a:prstGeom>
        </p:spPr>
      </p:pic>
      <p:sp>
        <p:nvSpPr>
          <p:cNvPr id="19" name="Text 1"/>
          <p:cNvSpPr txBox="1"/>
          <p:nvPr>
            <p:ph idx="119" type="body" hasCustomPrompt="1"/>
          </p:nvPr>
        </p:nvSpPr>
        <p:spPr>
          <a:xfrm>
            <a:off x="6835140" y="3840480"/>
            <a:ext cx="1851660" cy="548640"/>
          </a:xfrm>
          <a:prstGeom prst="rect">
            <a:avLst/>
          </a:prstGeom>
          <a:noFill/>
          <a:ln/>
        </p:spPr>
        <p:txBody>
          <a:bodyPr wrap="square" lIns="0" tIns="0" rIns="0" bIns="0" rtlCol="0" anchor="t"/>
          <a:lstStyle/>
          <a:p>
            <a:pPr algn="l" indent="0" marL="0">
              <a:lnSpc>
                <a:spcPts val="1900"/>
              </a:lnSpc>
              <a:buNone/>
            </a:pPr>
            <a:r>
              <a:rPr lang="en-US" sz="1600" b="1" dirty="0">
                <a:solidFill>
                  <a:srgbClr val="003976"/>
                </a:solidFill>
                <a:latin typeface="Source Sans 3" pitchFamily="34" charset="0"/>
                <a:ea typeface="Source Sans 3" pitchFamily="34" charset="-122"/>
                <a:cs typeface="Source Sans 3" pitchFamily="34" charset="-120"/>
              </a:rPr>
              <a:t>[Name Surname]</a:t>
            </a:r>
            <a:endParaRPr lang="en-US" sz="1600" dirty="0"/>
          </a:p>
          <a:p>
            <a:pPr algn="l" lvl="1" indent="0" marL="0">
              <a:lnSpc>
                <a:spcPts val="1700"/>
              </a:lnSpc>
              <a:buNone/>
            </a:pPr>
            <a:r>
              <a:rPr lang="en-US" sz="1400" b="0" dirty="0">
                <a:solidFill>
                  <a:srgbClr val="4A5868"/>
                </a:solidFill>
                <a:latin typeface="Source Sans 3" pitchFamily="34" charset="0"/>
                <a:ea typeface="Source Sans 3" pitchFamily="34" charset="-122"/>
                <a:cs typeface="Source Sans 3" pitchFamily="34" charset="-120"/>
              </a:rPr>
              <a:t>[Visiting scholar]</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2" type="body" hasCustomPrompt="1"/>
          </p:nvPr>
        </p:nvSpPr>
        <p:spPr>
          <a:xfrm>
            <a:off x="1207008" y="329184"/>
            <a:ext cx="7479792" cy="274320"/>
          </a:xfrm>
          <a:prstGeom prst="rect">
            <a:avLst/>
          </a:prstGeom>
          <a:noFill/>
          <a:ln/>
        </p:spPr>
        <p:txBody>
          <a:bodyPr wrap="square" lIns="0" tIns="0" rIns="0" bIns="0" rtlCol="0" anchor="ctr"/>
          <a:lstStyle/>
          <a:p>
            <a:pPr algn="l" indent="0" marL="0">
              <a:lnSpc>
                <a:spcPct val="97000"/>
              </a:lnSpc>
              <a:buNone/>
            </a:pPr>
            <a:r>
              <a:rPr lang="en-US" sz="1400" b="1" spc="250" kern="0" dirty="0">
                <a:solidFill>
                  <a:srgbClr val="8A6100"/>
                </a:solidFill>
                <a:latin typeface="Source Sans 3" pitchFamily="34" charset="0"/>
                <a:ea typeface="Source Sans 3" pitchFamily="34" charset="-122"/>
                <a:cs typeface="Source Sans 3" pitchFamily="34" charset="-120"/>
              </a:rPr>
              <a:t>SECTION 03  ·  TELE-EMBODIMENT</a:t>
            </a:r>
            <a:endParaRPr lang="en-US" sz="1400" dirty="0"/>
          </a:p>
        </p:txBody>
      </p:sp>
      <p:sp>
        <p:nvSpPr>
          <p:cNvPr id="3" name="Text 1"/>
          <p:cNvSpPr/>
          <p:nvPr>
            <p:ph idx="103" type="title" hasCustomPrompt="1"/>
          </p:nvPr>
        </p:nvSpPr>
        <p:spPr>
          <a:xfrm>
            <a:off x="1207008" y="566928"/>
            <a:ext cx="7479792" cy="475488"/>
          </a:xfrm>
          <a:prstGeom prst="rect">
            <a:avLst/>
          </a:prstGeom>
          <a:noFill/>
          <a:ln/>
        </p:spPr>
        <p:txBody>
          <a:bodyPr wrap="square" lIns="0" tIns="0" rIns="0" bIns="0" rtlCol="0" anchor="t"/>
          <a:lstStyle/>
          <a:p>
            <a:pPr algn="l" indent="0" marL="0">
              <a:lnSpc>
                <a:spcPct val="85000"/>
              </a:lnSpc>
              <a:buNone/>
            </a:pPr>
            <a:r>
              <a:rPr lang="en-US" sz="3200" b="1" dirty="0">
                <a:solidFill>
                  <a:srgbClr val="003976"/>
                </a:solidFill>
                <a:latin typeface="Source Sans 3" pitchFamily="34" charset="0"/>
                <a:ea typeface="Source Sans 3" pitchFamily="34" charset="-122"/>
                <a:cs typeface="Source Sans 3" pitchFamily="34" charset="-120"/>
              </a:rPr>
              <a:t>Demo: immersive pilot training</a:t>
            </a:r>
            <a:endParaRPr lang="en-US" sz="3200" dirty="0"/>
          </a:p>
        </p:txBody>
      </p:sp>
      <p:pic>
        <p:nvPicPr>
          <p:cNvPr id="4" name="Image 0" descr="Poster frame, concept illustration: a pilot in a VR headset flies a quadcopter through a virtual course">    </p:cNvPr>
          <p:cNvPicPr>
            <a:picLocks noChangeAspect="1"/>
          </p:cNvPicPr>
          <p:nvPr/>
        </p:nvPicPr>
        <p:blipFill>
          <a:blip r:embed="rId1"/>
          <a:stretch>
            <a:fillRect/>
          </a:stretch>
        </p:blipFill>
        <p:spPr>
          <a:xfrm>
            <a:off x="457200" y="1298448"/>
            <a:ext cx="4937760" cy="2779776"/>
          </a:xfrm>
          <a:prstGeom prst="rect">
            <a:avLst/>
          </a:prstGeom>
        </p:spPr>
      </p:pic>
      <p:sp>
        <p:nvSpPr>
          <p:cNvPr id="5" name="Text 1"/>
          <p:cNvSpPr/>
          <p:nvPr>
            <p:ph idx="106" type="body" hasCustomPrompt="1"/>
          </p:nvPr>
        </p:nvSpPr>
        <p:spPr>
          <a:xfrm>
            <a:off x="457200" y="4133088"/>
            <a:ext cx="4937760" cy="274320"/>
          </a:xfrm>
          <a:prstGeom prst="rect">
            <a:avLst/>
          </a:prstGeom>
          <a:noFill/>
          <a:ln/>
        </p:spPr>
        <p:txBody>
          <a:bodyPr wrap="square" lIns="0" tIns="0" rIns="0" bIns="0" rtlCol="0" anchor="ctr"/>
          <a:lstStyle/>
          <a:p>
            <a:pPr algn="l" indent="0" marL="0">
              <a:lnSpc>
                <a:spcPts val="1800"/>
              </a:lnSpc>
              <a:buNone/>
            </a:pPr>
            <a:r>
              <a:rPr lang="en-US" sz="1400" dirty="0">
                <a:solidFill>
                  <a:srgbClr val="4A5868"/>
                </a:solidFill>
                <a:latin typeface="Source Code Pro" pitchFamily="34" charset="0"/>
                <a:ea typeface="Source Code Pro" pitchFamily="34" charset="-122"/>
                <a:cs typeface="Source Code Pro" pitchFamily="34" charset="-120"/>
              </a:rPr>
              <a:t>DEMO // [Title], [mm:ss], [Mon. D, YYYY]</a:t>
            </a:r>
            <a:endParaRPr lang="en-US" sz="1400" dirty="0"/>
          </a:p>
        </p:txBody>
      </p:sp>
      <p:sp>
        <p:nvSpPr>
          <p:cNvPr id="6" name="Text 1"/>
          <p:cNvSpPr/>
          <p:nvPr>
            <p:ph idx="107" type="body" hasCustomPrompt="1"/>
          </p:nvPr>
        </p:nvSpPr>
        <p:spPr>
          <a:xfrm>
            <a:off x="6126480" y="1298448"/>
            <a:ext cx="2560320" cy="3017520"/>
          </a:xfrm>
          <a:prstGeom prst="rect">
            <a:avLst/>
          </a:prstGeom>
          <a:noFill/>
          <a:ln/>
        </p:spPr>
        <p:txBody>
          <a:bodyPr wrap="square" lIns="0" tIns="0" rIns="0" bIns="0" rtlCol="0" anchor="t"/>
          <a:lstStyle/>
          <a:p>
            <a:pPr algn="l" marL="203200" indent="-203200">
              <a:lnSpc>
                <a:spcPts val="2400"/>
              </a:lnSpc>
              <a:spcAft>
                <a:spcPts val="800"/>
              </a:spcAft>
              <a:buSzPct val="100000"/>
              <a:buChar char="▸"/>
            </a:pPr>
            <a:r>
              <a:rPr lang="en-US" sz="1800" dirty="0">
                <a:solidFill>
                  <a:srgbClr val="1B2533"/>
                </a:solidFill>
                <a:latin typeface="Source Sans 3" pitchFamily="34" charset="0"/>
                <a:ea typeface="Source Sans 3" pitchFamily="34" charset="-122"/>
                <a:cs typeface="Source Sans 3" pitchFamily="34" charset="-120"/>
              </a:rPr>
              <a:t>Head motion steers the camera view</a:t>
            </a:r>
            <a:endParaRPr lang="en-US" sz="1800" dirty="0"/>
          </a:p>
          <a:p>
            <a:pPr algn="l" marL="203200" indent="-203200">
              <a:lnSpc>
                <a:spcPts val="2400"/>
              </a:lnSpc>
              <a:spcAft>
                <a:spcPts val="800"/>
              </a:spcAft>
              <a:buSzPct val="100000"/>
              <a:buChar char="▸"/>
            </a:pPr>
            <a:r>
              <a:rPr lang="en-US" sz="1800" dirty="0">
                <a:solidFill>
                  <a:srgbClr val="1B2533"/>
                </a:solidFill>
                <a:latin typeface="Source Sans 3" pitchFamily="34" charset="0"/>
                <a:ea typeface="Source Sans 3" pitchFamily="34" charset="-122"/>
                <a:cs typeface="Source Sans 3" pitchFamily="34" charset="-120"/>
              </a:rPr>
              <a:t>Gates show the training course</a:t>
            </a:r>
            <a:endParaRPr lang="en-US" sz="1800" dirty="0"/>
          </a:p>
          <a:p>
            <a:pPr algn="l" marL="203200" indent="-203200">
              <a:lnSpc>
                <a:spcPts val="2400"/>
              </a:lnSpc>
              <a:spcAft>
                <a:spcPts val="800"/>
              </a:spcAft>
              <a:buSzPct val="100000"/>
              <a:buChar char="▸"/>
            </a:pPr>
            <a:r>
              <a:rPr lang="en-US" sz="1800" dirty="0">
                <a:solidFill>
                  <a:srgbClr val="1B2533"/>
                </a:solidFill>
                <a:latin typeface="Source Sans 3" pitchFamily="34" charset="0"/>
                <a:ea typeface="Source Sans 3" pitchFamily="34" charset="-122"/>
                <a:cs typeface="Source Sans 3" pitchFamily="34" charset="-120"/>
              </a:rPr>
              <a:t>Watch the latency readout at 0:42</a:t>
            </a:r>
            <a:endParaRPr lang="en-US" sz="1800" dirty="0"/>
          </a:p>
          <a:p>
            <a:pPr algn="l" marL="203200" indent="-203200">
              <a:lnSpc>
                <a:spcPts val="2400"/>
              </a:lnSpc>
              <a:spcAft>
                <a:spcPts val="800"/>
              </a:spcAft>
              <a:buSzPct val="100000"/>
              <a:buChar char="▸"/>
            </a:pPr>
            <a:r>
              <a:rPr lang="en-US" sz="1800" dirty="0">
                <a:solidFill>
                  <a:srgbClr val="1B2533"/>
                </a:solidFill>
                <a:latin typeface="Source Sans 3" pitchFamily="34" charset="0"/>
                <a:ea typeface="Source Sans 3" pitchFamily="34" charset="-122"/>
                <a:cs typeface="Source Sans 3" pitchFamily="34" charset="-120"/>
              </a:rPr>
              <a:t>Concept illustration as poster frame</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2" type="body" hasCustomPrompt="1"/>
          </p:nvPr>
        </p:nvSpPr>
        <p:spPr>
          <a:xfrm>
            <a:off x="1207008" y="329184"/>
            <a:ext cx="7479792" cy="274320"/>
          </a:xfrm>
          <a:prstGeom prst="rect">
            <a:avLst/>
          </a:prstGeom>
          <a:noFill/>
          <a:ln/>
        </p:spPr>
        <p:txBody>
          <a:bodyPr wrap="square" lIns="0" tIns="0" rIns="0" bIns="0" rtlCol="0" anchor="ctr"/>
          <a:lstStyle/>
          <a:p>
            <a:pPr algn="l" indent="0" marL="0">
              <a:lnSpc>
                <a:spcPct val="97000"/>
              </a:lnSpc>
              <a:buNone/>
            </a:pPr>
            <a:r>
              <a:rPr lang="en-US" sz="1400" b="1" spc="250" kern="0" dirty="0">
                <a:solidFill>
                  <a:srgbClr val="8A6100"/>
                </a:solidFill>
                <a:latin typeface="Source Sans 3" pitchFamily="34" charset="0"/>
                <a:ea typeface="Source Sans 3" pitchFamily="34" charset="-122"/>
                <a:cs typeface="Source Sans 3" pitchFamily="34" charset="-120"/>
              </a:rPr>
              <a:t>REFERENCES</a:t>
            </a:r>
            <a:endParaRPr lang="en-US" sz="1400" dirty="0"/>
          </a:p>
        </p:txBody>
      </p:sp>
      <p:sp>
        <p:nvSpPr>
          <p:cNvPr id="3" name="Text 1"/>
          <p:cNvSpPr/>
          <p:nvPr>
            <p:ph idx="103" type="title" hasCustomPrompt="1"/>
          </p:nvPr>
        </p:nvSpPr>
        <p:spPr>
          <a:xfrm>
            <a:off x="1207008" y="566928"/>
            <a:ext cx="7479792" cy="475488"/>
          </a:xfrm>
          <a:prstGeom prst="rect">
            <a:avLst/>
          </a:prstGeom>
          <a:noFill/>
          <a:ln/>
        </p:spPr>
        <p:txBody>
          <a:bodyPr wrap="square" lIns="0" tIns="0" rIns="0" bIns="0" rtlCol="0" anchor="t"/>
          <a:lstStyle/>
          <a:p>
            <a:pPr algn="l" indent="0" marL="0">
              <a:lnSpc>
                <a:spcPct val="85000"/>
              </a:lnSpc>
              <a:buNone/>
            </a:pPr>
            <a:r>
              <a:rPr lang="en-US" sz="3200" b="1" dirty="0">
                <a:solidFill>
                  <a:srgbClr val="003976"/>
                </a:solidFill>
                <a:latin typeface="Source Sans 3" pitchFamily="34" charset="0"/>
                <a:ea typeface="Source Sans 3" pitchFamily="34" charset="-122"/>
                <a:cs typeface="Source Sans 3" pitchFamily="34" charset="-120"/>
              </a:rPr>
              <a:t>References</a:t>
            </a:r>
            <a:endParaRPr lang="en-US" sz="3200" dirty="0"/>
          </a:p>
        </p:txBody>
      </p:sp>
      <p:sp>
        <p:nvSpPr>
          <p:cNvPr id="4" name="Text 1"/>
          <p:cNvSpPr txBox="1"/>
          <p:nvPr>
            <p:ph idx="104" type="body" hasCustomPrompt="1"/>
          </p:nvPr>
        </p:nvSpPr>
        <p:spPr>
          <a:xfrm>
            <a:off x="457200" y="1298448"/>
            <a:ext cx="8229600" cy="3017520"/>
          </a:xfrm>
          <a:prstGeom prst="rect">
            <a:avLst/>
          </a:prstGeom>
          <a:noFill/>
          <a:ln/>
        </p:spPr>
        <p:txBody>
          <a:bodyPr wrap="square" lIns="0" tIns="0" rIns="0" bIns="0" rtlCol="0" anchor="t"/>
          <a:lstStyle/>
          <a:p>
            <a:pPr algn="l" indent="-411480" marL="411480">
              <a:lnSpc>
                <a:spcPts val="2000"/>
              </a:lnSpc>
              <a:spcAft>
                <a:spcPts val="800"/>
              </a:spcAft>
              <a:buNone/>
              <a:tabLst>
                <a:tab pos="411480" algn="l"/>
              </a:tabLst>
            </a:pPr>
            <a:r>
              <a:rPr lang="en-US" sz="1600" dirty="0">
                <a:solidFill>
                  <a:srgbClr val="1B2533"/>
                </a:solidFill>
                <a:latin typeface="Source Sans 3" pitchFamily="34" charset="0"/>
                <a:ea typeface="Source Sans 3" pitchFamily="34" charset="-122"/>
                <a:cs typeface="Source Sans 3" pitchFamily="34" charset="-120"/>
              </a:rPr>
              <a:t>[1]	[Author, A. and Author, B.] [Title of the paper]. In [Proceedings or journal], [year]. [DOI or URL]</a:t>
            </a:r>
            <a:endParaRPr lang="en-US" sz="1600" dirty="0"/>
          </a:p>
          <a:p>
            <a:pPr algn="l" indent="-411480" marL="411480">
              <a:lnSpc>
                <a:spcPts val="2000"/>
              </a:lnSpc>
              <a:spcAft>
                <a:spcPts val="800"/>
              </a:spcAft>
              <a:buNone/>
              <a:tabLst>
                <a:tab pos="411480" algn="l"/>
              </a:tabLst>
            </a:pPr>
            <a:r>
              <a:rPr lang="en-US" sz="1600" dirty="0">
                <a:solidFill>
                  <a:srgbClr val="1B2533"/>
                </a:solidFill>
                <a:latin typeface="Source Sans 3" pitchFamily="34" charset="0"/>
                <a:ea typeface="Source Sans 3" pitchFamily="34" charset="-122"/>
                <a:cs typeface="Source Sans 3" pitchFamily="34" charset="-120"/>
              </a:rPr>
              <a:t>[2]	[Author, A. and Author, B.] [Title of the paper]. In [Proceedings or journal], [year]. [DOI or URL]</a:t>
            </a:r>
            <a:endParaRPr lang="en-US" sz="1600" dirty="0"/>
          </a:p>
          <a:p>
            <a:pPr algn="l" indent="-411480" marL="411480">
              <a:lnSpc>
                <a:spcPts val="2000"/>
              </a:lnSpc>
              <a:spcAft>
                <a:spcPts val="800"/>
              </a:spcAft>
              <a:buNone/>
              <a:tabLst>
                <a:tab pos="411480" algn="l"/>
              </a:tabLst>
            </a:pPr>
            <a:r>
              <a:rPr lang="en-US" sz="1600" dirty="0">
                <a:solidFill>
                  <a:srgbClr val="1B2533"/>
                </a:solidFill>
                <a:latin typeface="Source Sans 3" pitchFamily="34" charset="0"/>
                <a:ea typeface="Source Sans 3" pitchFamily="34" charset="-122"/>
                <a:cs typeface="Source Sans 3" pitchFamily="34" charset="-120"/>
              </a:rPr>
              <a:t>[3]	[Author, A. and Author, B.] [Title of the paper]. In [Proceedings or journal], [year]. [DOI or URL]</a:t>
            </a:r>
            <a:endParaRPr lang="en-US" sz="1600" dirty="0"/>
          </a:p>
          <a:p>
            <a:pPr algn="l" indent="-411480" marL="411480">
              <a:lnSpc>
                <a:spcPts val="2000"/>
              </a:lnSpc>
              <a:spcAft>
                <a:spcPts val="800"/>
              </a:spcAft>
              <a:buNone/>
              <a:tabLst>
                <a:tab pos="411480" algn="l"/>
              </a:tabLst>
            </a:pPr>
            <a:r>
              <a:rPr lang="en-US" sz="1600" dirty="0">
                <a:solidFill>
                  <a:srgbClr val="1B2533"/>
                </a:solidFill>
                <a:latin typeface="Source Sans 3" pitchFamily="34" charset="0"/>
                <a:ea typeface="Source Sans 3" pitchFamily="34" charset="-122"/>
                <a:cs typeface="Source Sans 3" pitchFamily="34" charset="-120"/>
              </a:rPr>
              <a:t>[4]	[Author, A. and Author, B.] [Title of the paper]. In [Proceedings or journal], [year]. [DOI or URL]</a:t>
            </a:r>
            <a:endParaRPr lang="en-US" sz="1600" dirty="0"/>
          </a:p>
          <a:p>
            <a:pPr algn="l" indent="-411480" marL="411480">
              <a:lnSpc>
                <a:spcPts val="2000"/>
              </a:lnSpc>
              <a:spcAft>
                <a:spcPts val="800"/>
              </a:spcAft>
              <a:buNone/>
              <a:tabLst>
                <a:tab pos="411480" algn="l"/>
              </a:tabLst>
            </a:pPr>
            <a:r>
              <a:rPr lang="en-US" sz="1600" dirty="0">
                <a:solidFill>
                  <a:srgbClr val="1B2533"/>
                </a:solidFill>
                <a:latin typeface="Source Sans 3" pitchFamily="34" charset="0"/>
                <a:ea typeface="Source Sans 3" pitchFamily="34" charset="-122"/>
                <a:cs typeface="Source Sans 3" pitchFamily="34" charset="-120"/>
              </a:rPr>
              <a:t>[5]	[Author, A. and Author, B.] [Title of the paper]. In [Proceedings or journal], [year]. [DOI or URL]</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2" type="body" hasCustomPrompt="1"/>
          </p:nvPr>
        </p:nvSpPr>
        <p:spPr>
          <a:xfrm>
            <a:off x="1207008" y="329184"/>
            <a:ext cx="7479792" cy="274320"/>
          </a:xfrm>
          <a:prstGeom prst="rect">
            <a:avLst/>
          </a:prstGeom>
          <a:noFill/>
          <a:ln/>
        </p:spPr>
        <p:txBody>
          <a:bodyPr wrap="square" lIns="0" tIns="0" rIns="0" bIns="0" rtlCol="0" anchor="ctr"/>
          <a:lstStyle/>
          <a:p>
            <a:pPr algn="l" indent="0" marL="0">
              <a:lnSpc>
                <a:spcPct val="97000"/>
              </a:lnSpc>
              <a:buNone/>
            </a:pPr>
            <a:r>
              <a:rPr lang="en-US" sz="1400" b="1" spc="250" kern="0" dirty="0">
                <a:solidFill>
                  <a:srgbClr val="8A6100"/>
                </a:solidFill>
                <a:latin typeface="Source Sans 3" pitchFamily="34" charset="0"/>
                <a:ea typeface="Source Sans 3" pitchFamily="34" charset="-122"/>
                <a:cs typeface="Source Sans 3" pitchFamily="34" charset="-120"/>
              </a:rPr>
              <a:t>ACKNOWLEDGEMENTS</a:t>
            </a:r>
            <a:endParaRPr lang="en-US" sz="1400" dirty="0"/>
          </a:p>
        </p:txBody>
      </p:sp>
      <p:sp>
        <p:nvSpPr>
          <p:cNvPr id="3" name="Text 1"/>
          <p:cNvSpPr/>
          <p:nvPr>
            <p:ph idx="103" type="title" hasCustomPrompt="1"/>
          </p:nvPr>
        </p:nvSpPr>
        <p:spPr>
          <a:xfrm>
            <a:off x="1207008" y="566928"/>
            <a:ext cx="7479792" cy="475488"/>
          </a:xfrm>
          <a:prstGeom prst="rect">
            <a:avLst/>
          </a:prstGeom>
          <a:noFill/>
          <a:ln/>
        </p:spPr>
        <p:txBody>
          <a:bodyPr wrap="square" lIns="0" tIns="0" rIns="0" bIns="0" rtlCol="0" anchor="t"/>
          <a:lstStyle/>
          <a:p>
            <a:pPr algn="l" indent="0" marL="0">
              <a:lnSpc>
                <a:spcPct val="85000"/>
              </a:lnSpc>
              <a:buNone/>
            </a:pPr>
            <a:r>
              <a:rPr lang="en-US" sz="3200" b="1" dirty="0">
                <a:solidFill>
                  <a:srgbClr val="003976"/>
                </a:solidFill>
                <a:latin typeface="Source Sans 3" pitchFamily="34" charset="0"/>
                <a:ea typeface="Source Sans 3" pitchFamily="34" charset="-122"/>
                <a:cs typeface="Source Sans 3" pitchFamily="34" charset="-120"/>
              </a:rPr>
              <a:t>Acknowledgements and funding</a:t>
            </a:r>
            <a:endParaRPr lang="en-US" sz="3200" dirty="0"/>
          </a:p>
        </p:txBody>
      </p:sp>
      <p:sp>
        <p:nvSpPr>
          <p:cNvPr id="4" name="Text 1"/>
          <p:cNvSpPr/>
          <p:nvPr>
            <p:ph idx="104" type="body" hasCustomPrompt="1"/>
          </p:nvPr>
        </p:nvSpPr>
        <p:spPr>
          <a:xfrm>
            <a:off x="457200" y="1298448"/>
            <a:ext cx="8229600" cy="731520"/>
          </a:xfrm>
          <a:prstGeom prst="rect">
            <a:avLst/>
          </a:prstGeom>
          <a:noFill/>
          <a:ln/>
        </p:spPr>
        <p:txBody>
          <a:bodyPr wrap="square" lIns="0" tIns="0" rIns="0" bIns="0" rtlCol="0" anchor="t"/>
          <a:lstStyle/>
          <a:p>
            <a:pPr algn="l" indent="0" marL="0">
              <a:lnSpc>
                <a:spcPct val="101000"/>
              </a:lnSpc>
              <a:buNone/>
            </a:pPr>
            <a:r>
              <a:rPr lang="en-US" sz="1800" dirty="0">
                <a:solidFill>
                  <a:srgbClr val="1B2533"/>
                </a:solidFill>
                <a:latin typeface="Source Sans 3" pitchFamily="34" charset="0"/>
                <a:ea typeface="Source Sans 3" pitchFamily="34" charset="-122"/>
                <a:cs typeface="Source Sans 3" pitchFamily="34" charset="-120"/>
              </a:rPr>
              <a:t>This work was supported by [Sponsor] under [Grant No.]. We thank [collaborators] for [contribution] and the students of [program].</a:t>
            </a:r>
            <a:endParaRPr lang="en-US" sz="1800" dirty="0"/>
          </a:p>
        </p:txBody>
      </p:sp>
      <p:pic>
        <p:nvPicPr>
          <p:cNvPr id="5" name="Image 0" descr="Placeholder for a sponsor logo: navy funding icon on mist">    </p:cNvPr>
          <p:cNvPicPr>
            <a:picLocks noChangeAspect="1"/>
          </p:cNvPicPr>
          <p:nvPr>
            <p:ph idx="106" hasCustomPrompt="1"/>
          </p:nvPr>
        </p:nvPicPr>
        <p:blipFill>
          <a:blip r:embed="rId1"/>
          <a:stretch>
            <a:fillRect/>
          </a:stretch>
        </p:blipFill>
        <p:spPr>
          <a:xfrm>
            <a:off x="640080" y="2395728"/>
            <a:ext cx="1485900" cy="822960"/>
          </a:xfrm>
          <a:prstGeom prst="rect">
            <a:avLst/>
          </a:prstGeom>
        </p:spPr>
      </p:pic>
      <p:sp>
        <p:nvSpPr>
          <p:cNvPr id="6" name="Text 2"/>
          <p:cNvSpPr/>
          <p:nvPr>
            <p:ph idx="107" type="body" hasCustomPrompt="1"/>
          </p:nvPr>
        </p:nvSpPr>
        <p:spPr>
          <a:xfrm>
            <a:off x="457200" y="3493008"/>
            <a:ext cx="1851660" cy="731520"/>
          </a:xfrm>
          <a:prstGeom prst="rect">
            <a:avLst/>
          </a:prstGeom>
          <a:noFill/>
          <a:ln/>
        </p:spPr>
        <p:txBody>
          <a:bodyPr wrap="square" lIns="0" tIns="0" rIns="0" bIns="0" rtlCol="0" anchor="t"/>
          <a:lstStyle/>
          <a:p>
            <a:pPr algn="ctr" indent="0" marL="0">
              <a:lnSpc>
                <a:spcPct val="97000"/>
              </a:lnSpc>
              <a:buNone/>
            </a:pPr>
            <a:r>
              <a:rPr lang="en-US" sz="1400" dirty="0">
                <a:solidFill>
                  <a:srgbClr val="4A5868"/>
                </a:solidFill>
                <a:latin typeface="Source Sans 3" pitchFamily="34" charset="0"/>
                <a:ea typeface="Source Sans 3" pitchFamily="34" charset="-122"/>
                <a:cs typeface="Source Sans 3" pitchFamily="34" charset="-120"/>
              </a:rPr>
              <a:t>[Sponsor]</a:t>
            </a:r>
            <a:endParaRPr lang="en-US" sz="1400" dirty="0"/>
          </a:p>
          <a:p>
            <a:pPr algn="ctr" indent="0" marL="0">
              <a:lnSpc>
                <a:spcPct val="97000"/>
              </a:lnSpc>
              <a:buNone/>
            </a:pPr>
            <a:r>
              <a:rPr lang="en-US" sz="1400" dirty="0">
                <a:solidFill>
                  <a:srgbClr val="4A5868"/>
                </a:solidFill>
                <a:latin typeface="Source Sans 3" pitchFamily="34" charset="0"/>
                <a:ea typeface="Source Sans 3" pitchFamily="34" charset="-122"/>
                <a:cs typeface="Source Sans 3" pitchFamily="34" charset="-120"/>
              </a:rPr>
              <a:t>[Grant No.]</a:t>
            </a:r>
            <a:endParaRPr lang="en-US" sz="1400" dirty="0"/>
          </a:p>
        </p:txBody>
      </p:sp>
      <p:pic>
        <p:nvPicPr>
          <p:cNvPr id="7" name="Image 1" descr="Placeholder for a sponsor logo: navy funding icon on mist">    </p:cNvPr>
          <p:cNvPicPr>
            <a:picLocks noChangeAspect="1"/>
          </p:cNvPicPr>
          <p:nvPr>
            <p:ph idx="109" hasCustomPrompt="1"/>
          </p:nvPr>
        </p:nvPicPr>
        <p:blipFill>
          <a:blip r:embed="rId2"/>
          <a:stretch>
            <a:fillRect/>
          </a:stretch>
        </p:blipFill>
        <p:spPr>
          <a:xfrm>
            <a:off x="2766060" y="2395728"/>
            <a:ext cx="1485900" cy="822960"/>
          </a:xfrm>
          <a:prstGeom prst="rect">
            <a:avLst/>
          </a:prstGeom>
        </p:spPr>
      </p:pic>
      <p:sp>
        <p:nvSpPr>
          <p:cNvPr id="8" name="Text 3"/>
          <p:cNvSpPr/>
          <p:nvPr>
            <p:ph idx="110" type="body" hasCustomPrompt="1"/>
          </p:nvPr>
        </p:nvSpPr>
        <p:spPr>
          <a:xfrm>
            <a:off x="2583180" y="3493008"/>
            <a:ext cx="1851660" cy="731520"/>
          </a:xfrm>
          <a:prstGeom prst="rect">
            <a:avLst/>
          </a:prstGeom>
          <a:noFill/>
          <a:ln/>
        </p:spPr>
        <p:txBody>
          <a:bodyPr wrap="square" lIns="0" tIns="0" rIns="0" bIns="0" rtlCol="0" anchor="t"/>
          <a:lstStyle/>
          <a:p>
            <a:pPr algn="ctr" indent="0" marL="0">
              <a:lnSpc>
                <a:spcPct val="97000"/>
              </a:lnSpc>
              <a:buNone/>
            </a:pPr>
            <a:r>
              <a:rPr lang="en-US" sz="1400" dirty="0">
                <a:solidFill>
                  <a:srgbClr val="4A5868"/>
                </a:solidFill>
                <a:latin typeface="Source Sans 3" pitchFamily="34" charset="0"/>
                <a:ea typeface="Source Sans 3" pitchFamily="34" charset="-122"/>
                <a:cs typeface="Source Sans 3" pitchFamily="34" charset="-120"/>
              </a:rPr>
              <a:t>[Sponsor]</a:t>
            </a:r>
            <a:endParaRPr lang="en-US" sz="1400" dirty="0"/>
          </a:p>
          <a:p>
            <a:pPr algn="ctr" indent="0" marL="0">
              <a:lnSpc>
                <a:spcPct val="97000"/>
              </a:lnSpc>
              <a:buNone/>
            </a:pPr>
            <a:r>
              <a:rPr lang="en-US" sz="1400" dirty="0">
                <a:solidFill>
                  <a:srgbClr val="4A5868"/>
                </a:solidFill>
                <a:latin typeface="Source Sans 3" pitchFamily="34" charset="0"/>
                <a:ea typeface="Source Sans 3" pitchFamily="34" charset="-122"/>
                <a:cs typeface="Source Sans 3" pitchFamily="34" charset="-120"/>
              </a:rPr>
              <a:t>[Grant No.]</a:t>
            </a:r>
            <a:endParaRPr lang="en-US" sz="1400" dirty="0"/>
          </a:p>
        </p:txBody>
      </p:sp>
      <p:pic>
        <p:nvPicPr>
          <p:cNvPr id="9" name="Image 2" descr="Placeholder for a sponsor logo: navy funding icon on mist">    </p:cNvPr>
          <p:cNvPicPr>
            <a:picLocks noChangeAspect="1"/>
          </p:cNvPicPr>
          <p:nvPr>
            <p:ph idx="112" hasCustomPrompt="1"/>
          </p:nvPr>
        </p:nvPicPr>
        <p:blipFill>
          <a:blip r:embed="rId3"/>
          <a:stretch>
            <a:fillRect/>
          </a:stretch>
        </p:blipFill>
        <p:spPr>
          <a:xfrm>
            <a:off x="4892040" y="2395728"/>
            <a:ext cx="1485900" cy="822960"/>
          </a:xfrm>
          <a:prstGeom prst="rect">
            <a:avLst/>
          </a:prstGeom>
        </p:spPr>
      </p:pic>
      <p:sp>
        <p:nvSpPr>
          <p:cNvPr id="10" name="Text 4"/>
          <p:cNvSpPr/>
          <p:nvPr>
            <p:ph idx="113" type="body" hasCustomPrompt="1"/>
          </p:nvPr>
        </p:nvSpPr>
        <p:spPr>
          <a:xfrm>
            <a:off x="4709160" y="3493008"/>
            <a:ext cx="1851660" cy="731520"/>
          </a:xfrm>
          <a:prstGeom prst="rect">
            <a:avLst/>
          </a:prstGeom>
          <a:noFill/>
          <a:ln/>
        </p:spPr>
        <p:txBody>
          <a:bodyPr wrap="square" lIns="0" tIns="0" rIns="0" bIns="0" rtlCol="0" anchor="t"/>
          <a:lstStyle/>
          <a:p>
            <a:pPr algn="ctr" indent="0" marL="0">
              <a:lnSpc>
                <a:spcPct val="97000"/>
              </a:lnSpc>
              <a:buNone/>
            </a:pPr>
            <a:r>
              <a:rPr lang="en-US" sz="1400" dirty="0">
                <a:solidFill>
                  <a:srgbClr val="4A5868"/>
                </a:solidFill>
                <a:latin typeface="Source Sans 3" pitchFamily="34" charset="0"/>
                <a:ea typeface="Source Sans 3" pitchFamily="34" charset="-122"/>
                <a:cs typeface="Source Sans 3" pitchFamily="34" charset="-120"/>
              </a:rPr>
              <a:t>[Sponsor]</a:t>
            </a:r>
            <a:endParaRPr lang="en-US" sz="1400" dirty="0"/>
          </a:p>
          <a:p>
            <a:pPr algn="ctr" indent="0" marL="0">
              <a:lnSpc>
                <a:spcPct val="97000"/>
              </a:lnSpc>
              <a:buNone/>
            </a:pPr>
            <a:r>
              <a:rPr lang="en-US" sz="1400" dirty="0">
                <a:solidFill>
                  <a:srgbClr val="4A5868"/>
                </a:solidFill>
                <a:latin typeface="Source Sans 3" pitchFamily="34" charset="0"/>
                <a:ea typeface="Source Sans 3" pitchFamily="34" charset="-122"/>
                <a:cs typeface="Source Sans 3" pitchFamily="34" charset="-120"/>
              </a:rPr>
              <a:t>[Grant No.]</a:t>
            </a:r>
            <a:endParaRPr lang="en-US" sz="1400" dirty="0"/>
          </a:p>
        </p:txBody>
      </p:sp>
      <p:pic>
        <p:nvPicPr>
          <p:cNvPr id="11" name="Image 3" descr="Placeholder for a sponsor logo: navy funding icon on mist">    </p:cNvPr>
          <p:cNvPicPr>
            <a:picLocks noChangeAspect="1"/>
          </p:cNvPicPr>
          <p:nvPr>
            <p:ph idx="115" hasCustomPrompt="1"/>
          </p:nvPr>
        </p:nvPicPr>
        <p:blipFill>
          <a:blip r:embed="rId4"/>
          <a:stretch>
            <a:fillRect/>
          </a:stretch>
        </p:blipFill>
        <p:spPr>
          <a:xfrm>
            <a:off x="7018020" y="2395728"/>
            <a:ext cx="1485900" cy="822960"/>
          </a:xfrm>
          <a:prstGeom prst="rect">
            <a:avLst/>
          </a:prstGeom>
        </p:spPr>
      </p:pic>
      <p:sp>
        <p:nvSpPr>
          <p:cNvPr id="12" name="Text 5"/>
          <p:cNvSpPr/>
          <p:nvPr>
            <p:ph idx="116" type="body" hasCustomPrompt="1"/>
          </p:nvPr>
        </p:nvSpPr>
        <p:spPr>
          <a:xfrm>
            <a:off x="6835140" y="3493008"/>
            <a:ext cx="1851660" cy="731520"/>
          </a:xfrm>
          <a:prstGeom prst="rect">
            <a:avLst/>
          </a:prstGeom>
          <a:noFill/>
          <a:ln/>
        </p:spPr>
        <p:txBody>
          <a:bodyPr wrap="square" lIns="0" tIns="0" rIns="0" bIns="0" rtlCol="0" anchor="t"/>
          <a:lstStyle/>
          <a:p>
            <a:pPr algn="ctr" indent="0" marL="0">
              <a:lnSpc>
                <a:spcPct val="97000"/>
              </a:lnSpc>
              <a:buNone/>
            </a:pPr>
            <a:r>
              <a:rPr lang="en-US" sz="1400" dirty="0">
                <a:solidFill>
                  <a:srgbClr val="4A5868"/>
                </a:solidFill>
                <a:latin typeface="Source Sans 3" pitchFamily="34" charset="0"/>
                <a:ea typeface="Source Sans 3" pitchFamily="34" charset="-122"/>
                <a:cs typeface="Source Sans 3" pitchFamily="34" charset="-120"/>
              </a:rPr>
              <a:t>[Sponsor]</a:t>
            </a:r>
            <a:endParaRPr lang="en-US" sz="1400" dirty="0"/>
          </a:p>
          <a:p>
            <a:pPr algn="ctr" indent="0" marL="0">
              <a:lnSpc>
                <a:spcPct val="97000"/>
              </a:lnSpc>
              <a:buNone/>
            </a:pPr>
            <a:r>
              <a:rPr lang="en-US" sz="1400" dirty="0">
                <a:solidFill>
                  <a:srgbClr val="4A5868"/>
                </a:solidFill>
                <a:latin typeface="Source Sans 3" pitchFamily="34" charset="0"/>
                <a:ea typeface="Source Sans 3" pitchFamily="34" charset="-122"/>
                <a:cs typeface="Source Sans 3" pitchFamily="34" charset="-120"/>
              </a:rPr>
              <a:t>[Grant No.]</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1" type="title" hasCustomPrompt="1"/>
          </p:nvPr>
        </p:nvSpPr>
        <p:spPr>
          <a:xfrm>
            <a:off x="457200" y="658368"/>
            <a:ext cx="4206240" cy="822960"/>
          </a:xfrm>
          <a:prstGeom prst="rect">
            <a:avLst/>
          </a:prstGeom>
          <a:noFill/>
          <a:ln/>
        </p:spPr>
        <p:txBody>
          <a:bodyPr wrap="square" lIns="0" tIns="0" rIns="0" bIns="0" rtlCol="0" anchor="ctr"/>
          <a:lstStyle/>
          <a:p>
            <a:pPr algn="l" indent="0" marL="0">
              <a:lnSpc>
                <a:spcPct val="80000"/>
              </a:lnSpc>
              <a:buNone/>
            </a:pPr>
            <a:r>
              <a:rPr lang="en-US" sz="6000" dirty="0">
                <a:solidFill>
                  <a:srgbClr val="FFFFFF"/>
                </a:solidFill>
                <a:latin typeface="Source Sans 3 Black" pitchFamily="34" charset="0"/>
                <a:ea typeface="Source Sans 3 Black" pitchFamily="34" charset="-122"/>
                <a:cs typeface="Source Sans 3 Black" pitchFamily="34" charset="-120"/>
              </a:rPr>
              <a:t>Thank you</a:t>
            </a:r>
            <a:endParaRPr lang="en-US" sz="6000" dirty="0"/>
          </a:p>
        </p:txBody>
      </p:sp>
      <p:sp>
        <p:nvSpPr>
          <p:cNvPr id="3" name="Text 0"/>
          <p:cNvSpPr/>
          <p:nvPr>
            <p:ph idx="102" type="body" hasCustomPrompt="1"/>
          </p:nvPr>
        </p:nvSpPr>
        <p:spPr>
          <a:xfrm>
            <a:off x="457200" y="1554480"/>
            <a:ext cx="4206240" cy="365760"/>
          </a:xfrm>
          <a:prstGeom prst="rect">
            <a:avLst/>
          </a:prstGeom>
          <a:noFill/>
          <a:ln/>
        </p:spPr>
        <p:txBody>
          <a:bodyPr wrap="square" lIns="0" tIns="0" rIns="0" bIns="0" rtlCol="0" anchor="t"/>
          <a:lstStyle/>
          <a:p>
            <a:pPr algn="l" indent="0" marL="0">
              <a:lnSpc>
                <a:spcPct val="88000"/>
              </a:lnSpc>
              <a:buNone/>
            </a:pPr>
            <a:r>
              <a:rPr lang="en-US" sz="2400" b="1" dirty="0">
                <a:solidFill>
                  <a:srgbClr val="FFFFFF"/>
                </a:solidFill>
                <a:latin typeface="Source Sans 3" pitchFamily="34" charset="0"/>
                <a:ea typeface="Source Sans 3" pitchFamily="34" charset="-122"/>
                <a:cs typeface="Source Sans 3" pitchFamily="34" charset="-120"/>
              </a:rPr>
              <a:t>[Presenter Name]</a:t>
            </a:r>
            <a:endParaRPr lang="en-US" sz="2400" dirty="0"/>
          </a:p>
        </p:txBody>
      </p:sp>
      <p:sp>
        <p:nvSpPr>
          <p:cNvPr id="4" name="Text 0"/>
          <p:cNvSpPr/>
          <p:nvPr>
            <p:ph idx="103" type="body" hasCustomPrompt="1"/>
          </p:nvPr>
        </p:nvSpPr>
        <p:spPr>
          <a:xfrm>
            <a:off x="457200" y="1975104"/>
            <a:ext cx="4206240" cy="329184"/>
          </a:xfrm>
          <a:prstGeom prst="rect">
            <a:avLst/>
          </a:prstGeom>
          <a:noFill/>
          <a:ln/>
        </p:spPr>
        <p:txBody>
          <a:bodyPr wrap="square" lIns="0" tIns="0" rIns="0" bIns="0" rtlCol="0" anchor="t"/>
          <a:lstStyle/>
          <a:p>
            <a:pPr algn="l" indent="0" marL="0">
              <a:lnSpc>
                <a:spcPct val="101000"/>
              </a:lnSpc>
              <a:buNone/>
            </a:pPr>
            <a:r>
              <a:rPr lang="en-US" sz="1800" dirty="0">
                <a:solidFill>
                  <a:srgbClr val="EFAB00"/>
                </a:solidFill>
                <a:latin typeface="Source Sans 3" pitchFamily="34" charset="0"/>
                <a:ea typeface="Source Sans 3" pitchFamily="34" charset="-122"/>
                <a:cs typeface="Source Sans 3" pitchFamily="34" charset="-120"/>
              </a:rPr>
              <a:t>[presenter@kent.edu]</a:t>
            </a:r>
            <a:endParaRPr lang="en-US" sz="1800" dirty="0"/>
          </a:p>
        </p:txBody>
      </p:sp>
      <p:sp>
        <p:nvSpPr>
          <p:cNvPr id="5" name="Text 0"/>
          <p:cNvSpPr/>
          <p:nvPr>
            <p:ph idx="104" type="body" hasCustomPrompt="1"/>
          </p:nvPr>
        </p:nvSpPr>
        <p:spPr>
          <a:xfrm>
            <a:off x="457200" y="2359152"/>
            <a:ext cx="4206240" cy="329184"/>
          </a:xfrm>
          <a:prstGeom prst="rect">
            <a:avLst/>
          </a:prstGeom>
          <a:noFill/>
          <a:ln/>
        </p:spPr>
        <p:txBody>
          <a:bodyPr wrap="square" lIns="0" tIns="0" rIns="0" bIns="0" rtlCol="0" anchor="t"/>
          <a:lstStyle/>
          <a:p>
            <a:pPr algn="l" indent="0" marL="0">
              <a:lnSpc>
                <a:spcPct val="101000"/>
              </a:lnSpc>
              <a:buNone/>
            </a:pPr>
            <a:r>
              <a:rPr lang="en-US" sz="1800" dirty="0">
                <a:solidFill>
                  <a:srgbClr val="FFFFFF"/>
                </a:solidFill>
                <a:latin typeface="Source Sans 3" pitchFamily="34" charset="0"/>
                <a:ea typeface="Source Sans 3" pitchFamily="34" charset="-122"/>
                <a:cs typeface="Source Sans 3" pitchFamily="34" charset="-120"/>
              </a:rPr>
              <a:t>Questions and collaboration welcome.</a:t>
            </a:r>
            <a:endParaRPr lang="en-US" sz="1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457200" y="1298448"/>
            <a:ext cx="5486400" cy="1280160"/>
          </a:xfrm>
          <a:prstGeom prst="rect">
            <a:avLst/>
          </a:prstGeom>
          <a:noFill/>
          <a:ln/>
        </p:spPr>
        <p:txBody>
          <a:bodyPr wrap="square" lIns="0" tIns="0" rIns="0" bIns="0" rtlCol="0" anchor="t"/>
          <a:lstStyle/>
          <a:p>
            <a:pPr indent="0" marL="0">
              <a:spcAft>
                <a:spcPts val="800"/>
              </a:spcAft>
              <a:buNone/>
            </a:pPr>
            <a:r>
              <a:rPr lang="en-US" sz="2200" b="1" dirty="0">
                <a:solidFill>
                  <a:srgbClr val="003976"/>
                </a:solidFill>
                <a:latin typeface="Source Sans 3" pitchFamily="34" charset="0"/>
                <a:ea typeface="Source Sans 3" pitchFamily="34" charset="-122"/>
                <a:cs typeface="Source Sans 3" pitchFamily="34" charset="-120"/>
              </a:rPr>
              <a:t>Blank branded canvas</a:t>
            </a:r>
            <a:endParaRPr lang="en-US" sz="2200" dirty="0"/>
          </a:p>
          <a:p>
            <a:pPr indent="0" marL="0">
              <a:lnSpc>
                <a:spcPts val="2400"/>
              </a:lnSpc>
              <a:buNone/>
            </a:pPr>
            <a:r>
              <a:rPr lang="en-US" sz="1800" dirty="0">
                <a:solidFill>
                  <a:srgbClr val="1B2533"/>
                </a:solidFill>
                <a:latin typeface="Source Sans 3" pitchFamily="34" charset="0"/>
                <a:ea typeface="Source Sans 3" pitchFamily="34" charset="-122"/>
                <a:cs typeface="Source Sans 3" pitchFamily="34" charset="-120"/>
              </a:rPr>
              <a:t>Plate, footer rule, footer text and slide number only. Draw diagrams, embed content or place one large figure inside x 0.5 to 9.5 in and y 1.42 to 4.72 in, with at most one gold accent.</a:t>
            </a:r>
            <a:endParaRPr lang="en-US" sz="2200" dirty="0"/>
          </a:p>
        </p:txBody>
      </p:sp>
      <p:pic>
        <p:nvPicPr>
          <p:cNvPr id="3" name="Image 0" descr="Workshop idea icon">    </p:cNvPr>
          <p:cNvPicPr>
            <a:picLocks noChangeAspect="1"/>
          </p:cNvPicPr>
          <p:nvPr/>
        </p:nvPicPr>
        <p:blipFill>
          <a:blip r:embed="rId1"/>
          <a:stretch>
            <a:fillRect/>
          </a:stretch>
        </p:blipFill>
        <p:spPr>
          <a:xfrm>
            <a:off x="6949440" y="1298448"/>
            <a:ext cx="1097280" cy="1097280"/>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ATR Lab">
  <a:themeElements>
    <a:clrScheme name="ATR Lab">
      <a:dk1>
        <a:srgbClr val="1B2533"/>
      </a:dk1>
      <a:lt1>
        <a:srgbClr val="FFFFFF"/>
      </a:lt1>
      <a:dk2>
        <a:srgbClr val="003976"/>
      </a:dk2>
      <a:lt2>
        <a:srgbClr val="F3F6FA"/>
      </a:lt2>
      <a:accent1>
        <a:srgbClr val="003976"/>
      </a:accent1>
      <a:accent2>
        <a:srgbClr val="EFAB00"/>
      </a:accent2>
      <a:accent3>
        <a:srgbClr val="2C8ECD"/>
      </a:accent3>
      <a:accent4>
        <a:srgbClr val="B63B35"/>
      </a:accent4>
      <a:accent5>
        <a:srgbClr val="059583"/>
      </a:accent5>
      <a:accent6>
        <a:srgbClr val="DC7533"/>
      </a:accent6>
      <a:hlink>
        <a:srgbClr val="1D65B9"/>
      </a:hlink>
      <a:folHlink>
        <a:srgbClr val="663E9E"/>
      </a:folHlink>
    </a:clrScheme>
    <a:fontScheme name="ATR Lab">
      <a:majorFont>
        <a:latin typeface="Source Sans 3" panose="020B0503030403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ource Sans 3" panose="020B0503030403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TR Lab">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ATR Navy">
      <a:srgbClr val="003976"/>
    </a:custClr>
    <a:custClr name="ATR Gold">
      <a:srgbClr val="EFAB00"/>
    </a:custClr>
    <a:custClr name="Midnight">
      <a:srgbClr val="00295F"/>
    </a:custClr>
    <a:custClr name="Sky">
      <a:srgbClr val="2C8ECD"/>
    </a:custClr>
    <a:custClr name="Ink">
      <a:srgbClr val="1B2533"/>
    </a:custClr>
    <a:custClr name="Slate">
      <a:srgbClr val="4A5868"/>
    </a:custClr>
    <a:custClr name="Bronze">
      <a:srgbClr val="8A6100"/>
    </a:custClr>
    <a:custClr name="Mist">
      <a:srgbClr val="F3F6FA"/>
    </a:custClr>
    <a:custClr name="Line">
      <a:srgbClr val="D6DEE8"/>
    </a:custClr>
    <a:custClr name="Flash">
      <a:srgbClr val="FFD702"/>
    </a:custClr>
  </a:custClr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Kent State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ATR Lab presentation template</dc:title>
  <dc:subject>ATR Lab presentation template</dc:subject>
  <dc:creator>Advanced Telerobotics Research Lab, Kent State University</dc:creator>
  <cp:lastModifiedBy>Advanced Telerobotics Research Lab, Kent State University</cp:lastModifiedBy>
  <cp:revision>1</cp:revision>
  <dcterms:created xsi:type="dcterms:W3CDTF">2026-09-29T05:14:50Z</dcterms:created>
  <dcterms:modified xsi:type="dcterms:W3CDTF">2026-09-29T05:14:50Z</dcterms:modified>
</cp:coreProperties>
</file>