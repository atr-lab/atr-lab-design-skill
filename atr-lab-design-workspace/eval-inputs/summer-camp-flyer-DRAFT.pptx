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3657600"/>
          </a:xfrm>
          <a:prstGeom prst="rect">
            <a:avLst/>
          </a:prstGeom>
          <a:solidFill>
            <a:srgbClr val="F2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omic Sans MS"/>
              </a:rPr>
              <a:t>ROBOTICS SUMMER CAMP!!!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omic Sans MS"/>
              </a:rPr>
              <a:t>Build, code, &amp; fly robots with the ATR Lab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931920"/>
            <a:ext cx="1620598" cy="1097280"/>
          </a:xfrm>
          <a:prstGeom prst="rect">
            <a:avLst/>
          </a:prstGeom>
        </p:spPr>
      </p:pic>
      <p:pic>
        <p:nvPicPr>
          <p:cNvPr id="6" name="Picture 5" descr="image2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4023360"/>
            <a:ext cx="1950244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30352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FAB00"/>
                </a:solidFill>
                <a:latin typeface="Papyrus"/>
              </a:rPr>
              <a:t>Middle schoolers will learn drones, robot arms, and VR teleoperation at Kent State University (KSU) in the College of Arts and Sciences.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Calibri"/>
              </a:rPr>
              <a:t>When: June 14th-18th, 2027 from 9:00 AM to 3:00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6809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99999"/>
                </a:solidFill>
                <a:latin typeface="Calibri"/>
              </a:rPr>
              <a:t>Contact: Room 236, 330-672-9060 | Follow us @atr_kent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5039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6A0A5"/>
                </a:solidFill>
                <a:latin typeface="Arial"/>
              </a:rPr>
              <a:t>Advanced Tele-Robotics Lab &amp; Dept. of Computer 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