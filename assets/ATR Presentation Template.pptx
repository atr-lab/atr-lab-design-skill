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581f121112795a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581f121112795a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46d48663b1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46d48663b1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46d48663b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46d48663b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434700"/>
            <a:ext cx="8520600" cy="51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Title</a:t>
            </a:r>
            <a:endParaRPr b="1" sz="2400"/>
          </a:p>
        </p:txBody>
      </p:sp>
      <p:cxnSp>
        <p:nvCxnSpPr>
          <p:cNvPr id="55" name="Google Shape;55;p13"/>
          <p:cNvCxnSpPr/>
          <p:nvPr/>
        </p:nvCxnSpPr>
        <p:spPr>
          <a:xfrm>
            <a:off x="511637" y="3760651"/>
            <a:ext cx="8120700" cy="0"/>
          </a:xfrm>
          <a:prstGeom prst="straightConnector1">
            <a:avLst/>
          </a:prstGeom>
          <a:noFill/>
          <a:ln cap="flat" cmpd="sng" w="28575">
            <a:solidFill>
              <a:srgbClr val="F2B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" name="Google Shape;56;p13"/>
          <p:cNvSpPr txBox="1"/>
          <p:nvPr/>
        </p:nvSpPr>
        <p:spPr>
          <a:xfrm>
            <a:off x="1588425" y="3860375"/>
            <a:ext cx="3917700" cy="12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Advanced Telerobotics Research Lab</a:t>
            </a:r>
            <a:br>
              <a:rPr lang="en" sz="1200"/>
            </a:br>
            <a:r>
              <a:rPr lang="en" sz="1200"/>
              <a:t>@atr_kent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Kent State University</a:t>
            </a:r>
            <a:br>
              <a:rPr lang="en" sz="1200"/>
            </a:br>
            <a:r>
              <a:rPr lang="en" sz="1200"/>
              <a:t>Kent, Ohio, USA</a:t>
            </a:r>
            <a:endParaRPr sz="1200"/>
          </a:p>
        </p:txBody>
      </p:sp>
      <p:sp>
        <p:nvSpPr>
          <p:cNvPr id="57" name="Google Shape;57;p13"/>
          <p:cNvSpPr txBox="1"/>
          <p:nvPr/>
        </p:nvSpPr>
        <p:spPr>
          <a:xfrm>
            <a:off x="311700" y="1945600"/>
            <a:ext cx="8520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2"/>
                </a:solidFill>
              </a:rPr>
              <a:t>Affiliation</a:t>
            </a:r>
            <a:endParaRPr b="1">
              <a:solidFill>
                <a:srgbClr val="595959"/>
              </a:solidFill>
            </a:endParaRPr>
          </a:p>
        </p:txBody>
      </p:sp>
      <p:pic>
        <p:nvPicPr>
          <p:cNvPr id="58" name="Google Shape;58;p13" title="Pasted 2026-09-28 at 1.48.0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900" y="3860375"/>
            <a:ext cx="882525" cy="84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 title="Pasted 2026-09-28 at 1.47.31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49799" y="3860373"/>
            <a:ext cx="882526" cy="91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B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Title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Subtitle</a:t>
            </a:r>
            <a:endParaRPr b="1" sz="2400"/>
          </a:p>
        </p:txBody>
      </p:sp>
      <p:sp>
        <p:nvSpPr>
          <p:cNvPr id="65" name="Google Shape;65;p14"/>
          <p:cNvSpPr txBox="1"/>
          <p:nvPr>
            <p:ph idx="4294967295" type="body"/>
          </p:nvPr>
        </p:nvSpPr>
        <p:spPr>
          <a:xfrm>
            <a:off x="311700" y="4721275"/>
            <a:ext cx="8520600" cy="34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</a:rPr>
              <a:t>        Kent State University, Kent, OH, USA                                                 Advanced Telerobotics Research (ATR) Lab</a:t>
            </a:r>
            <a:endParaRPr b="1" sz="1100">
              <a:solidFill>
                <a:srgbClr val="FFFFFF"/>
              </a:solidFill>
            </a:endParaRPr>
          </a:p>
        </p:txBody>
      </p:sp>
      <p:grpSp>
        <p:nvGrpSpPr>
          <p:cNvPr id="66" name="Google Shape;66;p14"/>
          <p:cNvGrpSpPr/>
          <p:nvPr/>
        </p:nvGrpSpPr>
        <p:grpSpPr>
          <a:xfrm>
            <a:off x="23288" y="0"/>
            <a:ext cx="9097423" cy="139227"/>
            <a:chOff x="0" y="0"/>
            <a:chExt cx="9097423" cy="139227"/>
          </a:xfrm>
        </p:grpSpPr>
        <p:pic>
          <p:nvPicPr>
            <p:cNvPr id="67" name="Google Shape;67;p14"/>
            <p:cNvPicPr preferRelativeResize="0"/>
            <p:nvPr/>
          </p:nvPicPr>
          <p:blipFill rotWithShape="1">
            <a:blip r:embed="rId3">
              <a:alphaModFix/>
            </a:blip>
            <a:srcRect b="96417" l="3101" r="0" t="0"/>
            <a:stretch/>
          </p:blipFill>
          <p:spPr>
            <a:xfrm>
              <a:off x="0" y="0"/>
              <a:ext cx="3765350" cy="1392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14"/>
            <p:cNvPicPr preferRelativeResize="0"/>
            <p:nvPr/>
          </p:nvPicPr>
          <p:blipFill rotWithShape="1">
            <a:blip r:embed="rId3">
              <a:alphaModFix/>
            </a:blip>
            <a:srcRect b="96417" l="3101" r="0" t="0"/>
            <a:stretch/>
          </p:blipFill>
          <p:spPr>
            <a:xfrm>
              <a:off x="3411450" y="0"/>
              <a:ext cx="3765350" cy="1392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14"/>
            <p:cNvPicPr preferRelativeResize="0"/>
            <p:nvPr/>
          </p:nvPicPr>
          <p:blipFill rotWithShape="1">
            <a:blip r:embed="rId3">
              <a:alphaModFix/>
            </a:blip>
            <a:srcRect b="96417" l="3097" r="16452" t="0"/>
            <a:stretch/>
          </p:blipFill>
          <p:spPr>
            <a:xfrm>
              <a:off x="5971225" y="0"/>
              <a:ext cx="3126198" cy="13922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0" name="Google Shape;7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15100" y="4332325"/>
            <a:ext cx="500298" cy="658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600" y="4418400"/>
            <a:ext cx="845827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865700" y="445025"/>
            <a:ext cx="796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Title</a:t>
            </a:r>
            <a:endParaRPr b="1"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Content</a:t>
            </a:r>
            <a:endParaRPr/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0850" y="4326300"/>
            <a:ext cx="504550" cy="66480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4721275"/>
            <a:ext cx="8520600" cy="34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        Kent State University, Kent, OH, USA                                                 Advanced Telerobotics Research (ATR) Lab</a:t>
            </a:r>
            <a:endParaRPr b="1" sz="1100"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93" y="445025"/>
            <a:ext cx="554006" cy="5726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81;p15"/>
          <p:cNvCxnSpPr>
            <a:stCxn id="80" idx="2"/>
          </p:cNvCxnSpPr>
          <p:nvPr/>
        </p:nvCxnSpPr>
        <p:spPr>
          <a:xfrm>
            <a:off x="588696" y="1017723"/>
            <a:ext cx="8236500" cy="0"/>
          </a:xfrm>
          <a:prstGeom prst="straightConnector1">
            <a:avLst/>
          </a:prstGeom>
          <a:noFill/>
          <a:ln cap="flat" cmpd="sng" w="28575">
            <a:solidFill>
              <a:srgbClr val="F2B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600" y="4418400"/>
            <a:ext cx="845827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